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5"/>
  </p:notesMasterIdLst>
  <p:sldIdLst>
    <p:sldId id="258" r:id="rId2"/>
    <p:sldId id="260" r:id="rId3"/>
    <p:sldId id="261" r:id="rId4"/>
    <p:sldId id="262" r:id="rId5"/>
    <p:sldId id="263" r:id="rId6"/>
    <p:sldId id="264" r:id="rId7"/>
    <p:sldId id="265" r:id="rId8"/>
    <p:sldId id="267" r:id="rId9"/>
    <p:sldId id="268" r:id="rId10"/>
    <p:sldId id="266" r:id="rId11"/>
    <p:sldId id="270" r:id="rId12"/>
    <p:sldId id="271"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7BB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141C80-4622-413A-B275-D672886199E5}" v="98" dt="2025-07-22T15:43:38.0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8" d="100"/>
          <a:sy n="68" d="100"/>
        </p:scale>
        <p:origin x="48" y="3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tyashadas20006@gmail.com" userId="d550ecbdc2ef6f42" providerId="LiveId" clId="{81141C80-4622-413A-B275-D672886199E5}"/>
    <pc:docChg chg="undo redo custSel addSld delSld modSld sldOrd">
      <pc:chgData name="pratyashadas20006@gmail.com" userId="d550ecbdc2ef6f42" providerId="LiveId" clId="{81141C80-4622-413A-B275-D672886199E5}" dt="2025-07-22T15:46:31.314" v="1697" actId="20577"/>
      <pc:docMkLst>
        <pc:docMk/>
      </pc:docMkLst>
      <pc:sldChg chg="addSp delSp modSp mod">
        <pc:chgData name="pratyashadas20006@gmail.com" userId="d550ecbdc2ef6f42" providerId="LiveId" clId="{81141C80-4622-413A-B275-D672886199E5}" dt="2025-07-22T14:12:11.808" v="975" actId="1076"/>
        <pc:sldMkLst>
          <pc:docMk/>
          <pc:sldMk cId="2813381452" sldId="258"/>
        </pc:sldMkLst>
        <pc:spChg chg="add mod">
          <ac:chgData name="pratyashadas20006@gmail.com" userId="d550ecbdc2ef6f42" providerId="LiveId" clId="{81141C80-4622-413A-B275-D672886199E5}" dt="2025-07-22T14:07:10.931" v="942" actId="1076"/>
          <ac:spMkLst>
            <pc:docMk/>
            <pc:sldMk cId="2813381452" sldId="258"/>
            <ac:spMk id="2" creationId="{03812832-C5AE-058F-27AE-4137BC863FB4}"/>
          </ac:spMkLst>
        </pc:spChg>
        <pc:spChg chg="mod">
          <ac:chgData name="pratyashadas20006@gmail.com" userId="d550ecbdc2ef6f42" providerId="LiveId" clId="{81141C80-4622-413A-B275-D672886199E5}" dt="2025-07-22T14:07:30.779" v="947" actId="114"/>
          <ac:spMkLst>
            <pc:docMk/>
            <pc:sldMk cId="2813381452" sldId="258"/>
            <ac:spMk id="9" creationId="{3782E0F8-0BBB-CBAC-0C4A-D8724300BE6F}"/>
          </ac:spMkLst>
        </pc:spChg>
        <pc:spChg chg="del mod">
          <ac:chgData name="pratyashadas20006@gmail.com" userId="d550ecbdc2ef6f42" providerId="LiveId" clId="{81141C80-4622-413A-B275-D672886199E5}" dt="2025-07-22T13:40:15.975" v="120" actId="21"/>
          <ac:spMkLst>
            <pc:docMk/>
            <pc:sldMk cId="2813381452" sldId="258"/>
            <ac:spMk id="12" creationId="{E7BDCAAF-42F8-522A-353F-ED4C0407B164}"/>
          </ac:spMkLst>
        </pc:spChg>
        <pc:spChg chg="mod">
          <ac:chgData name="pratyashadas20006@gmail.com" userId="d550ecbdc2ef6f42" providerId="LiveId" clId="{81141C80-4622-413A-B275-D672886199E5}" dt="2025-07-22T13:39:27.054" v="117" actId="255"/>
          <ac:spMkLst>
            <pc:docMk/>
            <pc:sldMk cId="2813381452" sldId="258"/>
            <ac:spMk id="13" creationId="{3EAB5602-6023-746C-8E00-5D11C0301171}"/>
          </ac:spMkLst>
        </pc:spChg>
        <pc:picChg chg="add del mod">
          <ac:chgData name="pratyashadas20006@gmail.com" userId="d550ecbdc2ef6f42" providerId="LiveId" clId="{81141C80-4622-413A-B275-D672886199E5}" dt="2025-07-22T14:11:10.975" v="957" actId="21"/>
          <ac:picMkLst>
            <pc:docMk/>
            <pc:sldMk cId="2813381452" sldId="258"/>
            <ac:picMk id="6" creationId="{8A964A91-1294-4B17-BB9D-44AF24D80C4C}"/>
          </ac:picMkLst>
        </pc:picChg>
        <pc:picChg chg="add mod">
          <ac:chgData name="pratyashadas20006@gmail.com" userId="d550ecbdc2ef6f42" providerId="LiveId" clId="{81141C80-4622-413A-B275-D672886199E5}" dt="2025-07-22T14:12:11.808" v="975" actId="1076"/>
          <ac:picMkLst>
            <pc:docMk/>
            <pc:sldMk cId="2813381452" sldId="258"/>
            <ac:picMk id="11" creationId="{B9F9AEB1-2C65-3BF2-CAC9-C8720B9BFAD2}"/>
          </ac:picMkLst>
        </pc:picChg>
      </pc:sldChg>
      <pc:sldChg chg="addSp delSp modSp mod">
        <pc:chgData name="pratyashadas20006@gmail.com" userId="d550ecbdc2ef6f42" providerId="LiveId" clId="{81141C80-4622-413A-B275-D672886199E5}" dt="2025-07-22T14:26:33.286" v="1050" actId="14100"/>
        <pc:sldMkLst>
          <pc:docMk/>
          <pc:sldMk cId="1723327290" sldId="260"/>
        </pc:sldMkLst>
        <pc:spChg chg="mod">
          <ac:chgData name="pratyashadas20006@gmail.com" userId="d550ecbdc2ef6f42" providerId="LiveId" clId="{81141C80-4622-413A-B275-D672886199E5}" dt="2025-07-22T14:24:00.607" v="1023" actId="27636"/>
          <ac:spMkLst>
            <pc:docMk/>
            <pc:sldMk cId="1723327290" sldId="260"/>
            <ac:spMk id="2" creationId="{7C23A2BE-17EC-95CB-9FCF-649E28E3A02F}"/>
          </ac:spMkLst>
        </pc:spChg>
        <pc:spChg chg="del mod">
          <ac:chgData name="pratyashadas20006@gmail.com" userId="d550ecbdc2ef6f42" providerId="LiveId" clId="{81141C80-4622-413A-B275-D672886199E5}" dt="2025-07-22T14:24:11.597" v="1025" actId="21"/>
          <ac:spMkLst>
            <pc:docMk/>
            <pc:sldMk cId="1723327290" sldId="260"/>
            <ac:spMk id="4" creationId="{4F5AA3C0-25D6-0145-5EFD-C80246DA6E0C}"/>
          </ac:spMkLst>
        </pc:spChg>
        <pc:spChg chg="add del mod">
          <ac:chgData name="pratyashadas20006@gmail.com" userId="d550ecbdc2ef6f42" providerId="LiveId" clId="{81141C80-4622-413A-B275-D672886199E5}" dt="2025-07-22T14:24:14.735" v="1026" actId="21"/>
          <ac:spMkLst>
            <pc:docMk/>
            <pc:sldMk cId="1723327290" sldId="260"/>
            <ac:spMk id="5" creationId="{A72E8A5E-8171-80DD-0629-30651A88423C}"/>
          </ac:spMkLst>
        </pc:spChg>
        <pc:spChg chg="add mod">
          <ac:chgData name="pratyashadas20006@gmail.com" userId="d550ecbdc2ef6f42" providerId="LiveId" clId="{81141C80-4622-413A-B275-D672886199E5}" dt="2025-07-22T14:25:16.924" v="1039" actId="255"/>
          <ac:spMkLst>
            <pc:docMk/>
            <pc:sldMk cId="1723327290" sldId="260"/>
            <ac:spMk id="10" creationId="{138A5461-6467-FF58-7CC9-953B1BCE11EE}"/>
          </ac:spMkLst>
        </pc:spChg>
        <pc:spChg chg="add mod">
          <ac:chgData name="pratyashadas20006@gmail.com" userId="d550ecbdc2ef6f42" providerId="LiveId" clId="{81141C80-4622-413A-B275-D672886199E5}" dt="2025-07-22T14:25:53.867" v="1044"/>
          <ac:spMkLst>
            <pc:docMk/>
            <pc:sldMk cId="1723327290" sldId="260"/>
            <ac:spMk id="11" creationId="{DE12C8D4-8539-543C-36CC-ED63A6FD54FD}"/>
          </ac:spMkLst>
        </pc:spChg>
        <pc:picChg chg="mod">
          <ac:chgData name="pratyashadas20006@gmail.com" userId="d550ecbdc2ef6f42" providerId="LiveId" clId="{81141C80-4622-413A-B275-D672886199E5}" dt="2025-07-22T14:26:09.756" v="1046" actId="1076"/>
          <ac:picMkLst>
            <pc:docMk/>
            <pc:sldMk cId="1723327290" sldId="260"/>
            <ac:picMk id="6" creationId="{E9E586C8-96B6-84CE-D520-FF3AEA440B7F}"/>
          </ac:picMkLst>
        </pc:picChg>
        <pc:picChg chg="add mod">
          <ac:chgData name="pratyashadas20006@gmail.com" userId="d550ecbdc2ef6f42" providerId="LiveId" clId="{81141C80-4622-413A-B275-D672886199E5}" dt="2025-07-22T14:26:33.286" v="1050" actId="14100"/>
          <ac:picMkLst>
            <pc:docMk/>
            <pc:sldMk cId="1723327290" sldId="260"/>
            <ac:picMk id="9" creationId="{66D1BCE8-876E-9987-A812-9F930D6D5168}"/>
          </ac:picMkLst>
        </pc:picChg>
      </pc:sldChg>
      <pc:sldChg chg="modSp mod">
        <pc:chgData name="pratyashadas20006@gmail.com" userId="d550ecbdc2ef6f42" providerId="LiveId" clId="{81141C80-4622-413A-B275-D672886199E5}" dt="2025-07-22T14:19:09.137" v="1014" actId="20577"/>
        <pc:sldMkLst>
          <pc:docMk/>
          <pc:sldMk cId="4162567644" sldId="261"/>
        </pc:sldMkLst>
        <pc:graphicFrameChg chg="mod modGraphic">
          <ac:chgData name="pratyashadas20006@gmail.com" userId="d550ecbdc2ef6f42" providerId="LiveId" clId="{81141C80-4622-413A-B275-D672886199E5}" dt="2025-07-22T14:19:09.137" v="1014" actId="20577"/>
          <ac:graphicFrameMkLst>
            <pc:docMk/>
            <pc:sldMk cId="4162567644" sldId="261"/>
            <ac:graphicFrameMk id="2" creationId="{251BCBE8-8F5D-8417-AC66-A404AB8BA24A}"/>
          </ac:graphicFrameMkLst>
        </pc:graphicFrameChg>
      </pc:sldChg>
      <pc:sldChg chg="modSp mod">
        <pc:chgData name="pratyashadas20006@gmail.com" userId="d550ecbdc2ef6f42" providerId="LiveId" clId="{81141C80-4622-413A-B275-D672886199E5}" dt="2025-07-22T14:08:00.695" v="953" actId="20577"/>
        <pc:sldMkLst>
          <pc:docMk/>
          <pc:sldMk cId="2588886771" sldId="262"/>
        </pc:sldMkLst>
        <pc:spChg chg="mod">
          <ac:chgData name="pratyashadas20006@gmail.com" userId="d550ecbdc2ef6f42" providerId="LiveId" clId="{81141C80-4622-413A-B275-D672886199E5}" dt="2025-07-22T14:08:00.695" v="953" actId="20577"/>
          <ac:spMkLst>
            <pc:docMk/>
            <pc:sldMk cId="2588886771" sldId="262"/>
            <ac:spMk id="2" creationId="{A08AB46D-B501-A372-EC24-C0C12113CFC7}"/>
          </ac:spMkLst>
        </pc:spChg>
      </pc:sldChg>
      <pc:sldChg chg="addSp delSp modSp mod">
        <pc:chgData name="pratyashadas20006@gmail.com" userId="d550ecbdc2ef6f42" providerId="LiveId" clId="{81141C80-4622-413A-B275-D672886199E5}" dt="2025-07-22T15:46:31.314" v="1697" actId="20577"/>
        <pc:sldMkLst>
          <pc:docMk/>
          <pc:sldMk cId="788701270" sldId="263"/>
        </pc:sldMkLst>
        <pc:spChg chg="add del mod">
          <ac:chgData name="pratyashadas20006@gmail.com" userId="d550ecbdc2ef6f42" providerId="LiveId" clId="{81141C80-4622-413A-B275-D672886199E5}" dt="2025-07-22T14:50:14.206" v="1174" actId="21"/>
          <ac:spMkLst>
            <pc:docMk/>
            <pc:sldMk cId="788701270" sldId="263"/>
            <ac:spMk id="3" creationId="{908B4869-27F8-B510-6682-F72F9D7A8F52}"/>
          </ac:spMkLst>
        </pc:spChg>
        <pc:spChg chg="add del mod">
          <ac:chgData name="pratyashadas20006@gmail.com" userId="d550ecbdc2ef6f42" providerId="LiveId" clId="{81141C80-4622-413A-B275-D672886199E5}" dt="2025-07-22T14:50:19.122" v="1176" actId="21"/>
          <ac:spMkLst>
            <pc:docMk/>
            <pc:sldMk cId="788701270" sldId="263"/>
            <ac:spMk id="5" creationId="{88B43D37-E459-6574-14E3-B7DD337CEDEB}"/>
          </ac:spMkLst>
        </pc:spChg>
        <pc:spChg chg="add mod">
          <ac:chgData name="pratyashadas20006@gmail.com" userId="d550ecbdc2ef6f42" providerId="LiveId" clId="{81141C80-4622-413A-B275-D672886199E5}" dt="2025-07-22T15:46:31.314" v="1697" actId="20577"/>
          <ac:spMkLst>
            <pc:docMk/>
            <pc:sldMk cId="788701270" sldId="263"/>
            <ac:spMk id="9" creationId="{39C3A8D9-29EC-4D6A-2ED9-39462C33EC49}"/>
          </ac:spMkLst>
        </pc:spChg>
        <pc:spChg chg="del mod">
          <ac:chgData name="pratyashadas20006@gmail.com" userId="d550ecbdc2ef6f42" providerId="LiveId" clId="{81141C80-4622-413A-B275-D672886199E5}" dt="2025-07-22T14:50:12.359" v="1173" actId="21"/>
          <ac:spMkLst>
            <pc:docMk/>
            <pc:sldMk cId="788701270" sldId="263"/>
            <ac:spMk id="12" creationId="{DFD6D63D-A1A3-05DD-2468-FCF53E8B1A43}"/>
          </ac:spMkLst>
        </pc:spChg>
        <pc:spChg chg="del mod">
          <ac:chgData name="pratyashadas20006@gmail.com" userId="d550ecbdc2ef6f42" providerId="LiveId" clId="{81141C80-4622-413A-B275-D672886199E5}" dt="2025-07-22T14:50:16.790" v="1175" actId="21"/>
          <ac:spMkLst>
            <pc:docMk/>
            <pc:sldMk cId="788701270" sldId="263"/>
            <ac:spMk id="13" creationId="{DA72AE84-B708-E7D0-61B0-45F3DCECCBDC}"/>
          </ac:spMkLst>
        </pc:spChg>
        <pc:spChg chg="add mod">
          <ac:chgData name="pratyashadas20006@gmail.com" userId="d550ecbdc2ef6f42" providerId="LiveId" clId="{81141C80-4622-413A-B275-D672886199E5}" dt="2025-07-22T14:57:45.571" v="1245"/>
          <ac:spMkLst>
            <pc:docMk/>
            <pc:sldMk cId="788701270" sldId="263"/>
            <ac:spMk id="14" creationId="{9B2D8E26-CCC2-6C1C-D822-6447621B8847}"/>
          </ac:spMkLst>
        </pc:spChg>
        <pc:picChg chg="add mod">
          <ac:chgData name="pratyashadas20006@gmail.com" userId="d550ecbdc2ef6f42" providerId="LiveId" clId="{81141C80-4622-413A-B275-D672886199E5}" dt="2025-07-22T14:50:53.358" v="1190" actId="14100"/>
          <ac:picMkLst>
            <pc:docMk/>
            <pc:sldMk cId="788701270" sldId="263"/>
            <ac:picMk id="7" creationId="{906F4A32-FA3B-A223-9830-25C689C73063}"/>
          </ac:picMkLst>
        </pc:picChg>
        <pc:picChg chg="add mod">
          <ac:chgData name="pratyashadas20006@gmail.com" userId="d550ecbdc2ef6f42" providerId="LiveId" clId="{81141C80-4622-413A-B275-D672886199E5}" dt="2025-07-22T14:57:13.761" v="1239" actId="1076"/>
          <ac:picMkLst>
            <pc:docMk/>
            <pc:sldMk cId="788701270" sldId="263"/>
            <ac:picMk id="10" creationId="{A687F8B3-D86B-036D-5E24-327F5B68C2A7}"/>
          </ac:picMkLst>
        </pc:picChg>
        <pc:picChg chg="del mod">
          <ac:chgData name="pratyashadas20006@gmail.com" userId="d550ecbdc2ef6f42" providerId="LiveId" clId="{81141C80-4622-413A-B275-D672886199E5}" dt="2025-07-22T14:49:55.689" v="1169" actId="21"/>
          <ac:picMkLst>
            <pc:docMk/>
            <pc:sldMk cId="788701270" sldId="263"/>
            <ac:picMk id="11" creationId="{74B22160-A8B0-2FCE-E4D3-D0F2EBEBF5D8}"/>
          </ac:picMkLst>
        </pc:picChg>
        <pc:picChg chg="add del mod">
          <ac:chgData name="pratyashadas20006@gmail.com" userId="d550ecbdc2ef6f42" providerId="LiveId" clId="{81141C80-4622-413A-B275-D672886199E5}" dt="2025-07-22T14:56:37.018" v="1231" actId="21"/>
          <ac:picMkLst>
            <pc:docMk/>
            <pc:sldMk cId="788701270" sldId="263"/>
            <ac:picMk id="15" creationId="{74B22160-A8B0-2FCE-E4D3-D0F2EBEBF5D8}"/>
          </ac:picMkLst>
        </pc:picChg>
      </pc:sldChg>
      <pc:sldChg chg="addSp delSp modSp mod">
        <pc:chgData name="pratyashadas20006@gmail.com" userId="d550ecbdc2ef6f42" providerId="LiveId" clId="{81141C80-4622-413A-B275-D672886199E5}" dt="2025-07-22T15:46:06.317" v="1681" actId="2711"/>
        <pc:sldMkLst>
          <pc:docMk/>
          <pc:sldMk cId="3590179490" sldId="264"/>
        </pc:sldMkLst>
        <pc:spChg chg="del mod">
          <ac:chgData name="pratyashadas20006@gmail.com" userId="d550ecbdc2ef6f42" providerId="LiveId" clId="{81141C80-4622-413A-B275-D672886199E5}" dt="2025-07-22T14:33:49.835" v="1060" actId="21"/>
          <ac:spMkLst>
            <pc:docMk/>
            <pc:sldMk cId="3590179490" sldId="264"/>
            <ac:spMk id="5" creationId="{A34B4BAB-C427-AAE5-0D76-4D19820CADC0}"/>
          </ac:spMkLst>
        </pc:spChg>
        <pc:spChg chg="add del mod">
          <ac:chgData name="pratyashadas20006@gmail.com" userId="d550ecbdc2ef6f42" providerId="LiveId" clId="{81141C80-4622-413A-B275-D672886199E5}" dt="2025-07-22T14:34:02.858" v="1063" actId="21"/>
          <ac:spMkLst>
            <pc:docMk/>
            <pc:sldMk cId="3590179490" sldId="264"/>
            <ac:spMk id="6" creationId="{0B8ECADF-646E-3797-0B0B-8226606596C4}"/>
          </ac:spMkLst>
        </pc:spChg>
        <pc:spChg chg="del mod">
          <ac:chgData name="pratyashadas20006@gmail.com" userId="d550ecbdc2ef6f42" providerId="LiveId" clId="{81141C80-4622-413A-B275-D672886199E5}" dt="2025-07-22T14:33:59.218" v="1062" actId="21"/>
          <ac:spMkLst>
            <pc:docMk/>
            <pc:sldMk cId="3590179490" sldId="264"/>
            <ac:spMk id="7" creationId="{A30F0DC1-59BB-5BAB-5DAA-C5889367D0B2}"/>
          </ac:spMkLst>
        </pc:spChg>
        <pc:spChg chg="add mod">
          <ac:chgData name="pratyashadas20006@gmail.com" userId="d550ecbdc2ef6f42" providerId="LiveId" clId="{81141C80-4622-413A-B275-D672886199E5}" dt="2025-07-22T15:46:06.317" v="1681" actId="2711"/>
          <ac:spMkLst>
            <pc:docMk/>
            <pc:sldMk cId="3590179490" sldId="264"/>
            <ac:spMk id="14" creationId="{05A3692D-47A9-E304-2EC9-AFD85A267094}"/>
          </ac:spMkLst>
        </pc:spChg>
        <pc:spChg chg="add mod">
          <ac:chgData name="pratyashadas20006@gmail.com" userId="d550ecbdc2ef6f42" providerId="LiveId" clId="{81141C80-4622-413A-B275-D672886199E5}" dt="2025-07-22T14:53:59.255" v="1223"/>
          <ac:spMkLst>
            <pc:docMk/>
            <pc:sldMk cId="3590179490" sldId="264"/>
            <ac:spMk id="15" creationId="{22E0CE80-F7FC-1C6E-74D0-D97579464BE7}"/>
          </ac:spMkLst>
        </pc:spChg>
        <pc:picChg chg="add del mod">
          <ac:chgData name="pratyashadas20006@gmail.com" userId="d550ecbdc2ef6f42" providerId="LiveId" clId="{81141C80-4622-413A-B275-D672886199E5}" dt="2025-07-22T14:15:56.387" v="994" actId="21"/>
          <ac:picMkLst>
            <pc:docMk/>
            <pc:sldMk cId="3590179490" sldId="264"/>
            <ac:picMk id="3" creationId="{D831669E-9BE3-1D51-2327-76A9D55F20B2}"/>
          </ac:picMkLst>
        </pc:picChg>
        <pc:picChg chg="del mod modCrop">
          <ac:chgData name="pratyashadas20006@gmail.com" userId="d550ecbdc2ef6f42" providerId="LiveId" clId="{81141C80-4622-413A-B275-D672886199E5}" dt="2025-07-22T14:32:44.781" v="1052" actId="21"/>
          <ac:picMkLst>
            <pc:docMk/>
            <pc:sldMk cId="3590179490" sldId="264"/>
            <ac:picMk id="9" creationId="{21843DCB-D199-41B6-A562-339FB658B4D3}"/>
          </ac:picMkLst>
        </pc:picChg>
        <pc:picChg chg="add del mod">
          <ac:chgData name="pratyashadas20006@gmail.com" userId="d550ecbdc2ef6f42" providerId="LiveId" clId="{81141C80-4622-413A-B275-D672886199E5}" dt="2025-07-22T14:51:31.070" v="1191" actId="21"/>
          <ac:picMkLst>
            <pc:docMk/>
            <pc:sldMk cId="3590179490" sldId="264"/>
            <ac:picMk id="10" creationId="{7E5FD66F-5295-C197-2143-62ADC2340FA2}"/>
          </ac:picMkLst>
        </pc:picChg>
        <pc:picChg chg="add mod">
          <ac:chgData name="pratyashadas20006@gmail.com" userId="d550ecbdc2ef6f42" providerId="LiveId" clId="{81141C80-4622-413A-B275-D672886199E5}" dt="2025-07-22T14:52:07.482" v="1197" actId="14100"/>
          <ac:picMkLst>
            <pc:docMk/>
            <pc:sldMk cId="3590179490" sldId="264"/>
            <ac:picMk id="12" creationId="{0B2A7525-CE81-9668-15E7-F0D535327182}"/>
          </ac:picMkLst>
        </pc:picChg>
        <pc:picChg chg="add mod">
          <ac:chgData name="pratyashadas20006@gmail.com" userId="d550ecbdc2ef6f42" providerId="LiveId" clId="{81141C80-4622-413A-B275-D672886199E5}" dt="2025-07-22T14:52:51.423" v="1209" actId="1076"/>
          <ac:picMkLst>
            <pc:docMk/>
            <pc:sldMk cId="3590179490" sldId="264"/>
            <ac:picMk id="13" creationId="{BEFC1F0F-9E22-E1ED-21D0-B228505267CB}"/>
          </ac:picMkLst>
        </pc:picChg>
      </pc:sldChg>
      <pc:sldChg chg="addSp delSp modSp mod">
        <pc:chgData name="pratyashadas20006@gmail.com" userId="d550ecbdc2ef6f42" providerId="LiveId" clId="{81141C80-4622-413A-B275-D672886199E5}" dt="2025-07-22T14:41:50.167" v="1100" actId="255"/>
        <pc:sldMkLst>
          <pc:docMk/>
          <pc:sldMk cId="3577158771" sldId="265"/>
        </pc:sldMkLst>
        <pc:spChg chg="add del mod">
          <ac:chgData name="pratyashadas20006@gmail.com" userId="d550ecbdc2ef6f42" providerId="LiveId" clId="{81141C80-4622-413A-B275-D672886199E5}" dt="2025-07-22T14:39:52.194" v="1080"/>
          <ac:spMkLst>
            <pc:docMk/>
            <pc:sldMk cId="3577158771" sldId="265"/>
            <ac:spMk id="2" creationId="{57BDE87E-195D-56DA-8DD9-95E7869A446C}"/>
          </ac:spMkLst>
        </pc:spChg>
        <pc:spChg chg="del mod">
          <ac:chgData name="pratyashadas20006@gmail.com" userId="d550ecbdc2ef6f42" providerId="LiveId" clId="{81141C80-4622-413A-B275-D672886199E5}" dt="2025-07-22T13:54:32.569" v="405" actId="21"/>
          <ac:spMkLst>
            <pc:docMk/>
            <pc:sldMk cId="3577158771" sldId="265"/>
            <ac:spMk id="4" creationId="{D04C94F6-B1BD-7453-A6A9-A1927F6D0A5C}"/>
          </ac:spMkLst>
        </pc:spChg>
        <pc:spChg chg="del mod">
          <ac:chgData name="pratyashadas20006@gmail.com" userId="d550ecbdc2ef6f42" providerId="LiveId" clId="{81141C80-4622-413A-B275-D672886199E5}" dt="2025-07-22T13:54:27.104" v="403" actId="21"/>
          <ac:spMkLst>
            <pc:docMk/>
            <pc:sldMk cId="3577158771" sldId="265"/>
            <ac:spMk id="5" creationId="{FF4E0198-3C3D-9C83-1D94-F5CCCB032291}"/>
          </ac:spMkLst>
        </pc:spChg>
        <pc:spChg chg="del mod">
          <ac:chgData name="pratyashadas20006@gmail.com" userId="d550ecbdc2ef6f42" providerId="LiveId" clId="{81141C80-4622-413A-B275-D672886199E5}" dt="2025-07-22T14:39:48.217" v="1077" actId="21"/>
          <ac:spMkLst>
            <pc:docMk/>
            <pc:sldMk cId="3577158771" sldId="265"/>
            <ac:spMk id="6" creationId="{F99D8895-998F-76D5-0C99-519C78FC20F9}"/>
          </ac:spMkLst>
        </pc:spChg>
        <pc:spChg chg="del mod">
          <ac:chgData name="pratyashadas20006@gmail.com" userId="d550ecbdc2ef6f42" providerId="LiveId" clId="{81141C80-4622-413A-B275-D672886199E5}" dt="2025-07-22T13:56:45.381" v="426"/>
          <ac:spMkLst>
            <pc:docMk/>
            <pc:sldMk cId="3577158771" sldId="265"/>
            <ac:spMk id="7" creationId="{6BD0EABC-A21F-D881-5F59-86078B2B9BCE}"/>
          </ac:spMkLst>
        </pc:spChg>
        <pc:spChg chg="add del mod">
          <ac:chgData name="pratyashadas20006@gmail.com" userId="d550ecbdc2ef6f42" providerId="LiveId" clId="{81141C80-4622-413A-B275-D672886199E5}" dt="2025-07-22T14:39:59.316" v="1082" actId="21"/>
          <ac:spMkLst>
            <pc:docMk/>
            <pc:sldMk cId="3577158771" sldId="265"/>
            <ac:spMk id="8" creationId="{8022CB07-1285-FF34-D2B1-CCE5F5A6A17C}"/>
          </ac:spMkLst>
        </pc:spChg>
        <pc:spChg chg="add mod">
          <ac:chgData name="pratyashadas20006@gmail.com" userId="d550ecbdc2ef6f42" providerId="LiveId" clId="{81141C80-4622-413A-B275-D672886199E5}" dt="2025-07-22T14:40:49.550" v="1092" actId="255"/>
          <ac:spMkLst>
            <pc:docMk/>
            <pc:sldMk cId="3577158771" sldId="265"/>
            <ac:spMk id="12" creationId="{ACE51D44-5368-D019-261F-8CBC884D8A7A}"/>
          </ac:spMkLst>
        </pc:spChg>
        <pc:spChg chg="add mod">
          <ac:chgData name="pratyashadas20006@gmail.com" userId="d550ecbdc2ef6f42" providerId="LiveId" clId="{81141C80-4622-413A-B275-D672886199E5}" dt="2025-07-22T14:41:26.794" v="1096" actId="255"/>
          <ac:spMkLst>
            <pc:docMk/>
            <pc:sldMk cId="3577158771" sldId="265"/>
            <ac:spMk id="13" creationId="{D1E96DF2-5F56-A641-C9EB-9AFEF22FC96D}"/>
          </ac:spMkLst>
        </pc:spChg>
        <pc:spChg chg="add mod">
          <ac:chgData name="pratyashadas20006@gmail.com" userId="d550ecbdc2ef6f42" providerId="LiveId" clId="{81141C80-4622-413A-B275-D672886199E5}" dt="2025-07-22T14:41:50.167" v="1100" actId="255"/>
          <ac:spMkLst>
            <pc:docMk/>
            <pc:sldMk cId="3577158771" sldId="265"/>
            <ac:spMk id="14" creationId="{817D8606-6DE9-7558-7857-FA6F116921ED}"/>
          </ac:spMkLst>
        </pc:spChg>
        <pc:picChg chg="del mod">
          <ac:chgData name="pratyashadas20006@gmail.com" userId="d550ecbdc2ef6f42" providerId="LiveId" clId="{81141C80-4622-413A-B275-D672886199E5}" dt="2025-07-22T13:54:54.517" v="412" actId="21"/>
          <ac:picMkLst>
            <pc:docMk/>
            <pc:sldMk cId="3577158771" sldId="265"/>
            <ac:picMk id="3" creationId="{C92154E4-CE90-7316-0286-CE27D2EAC119}"/>
          </ac:picMkLst>
        </pc:picChg>
        <pc:picChg chg="mod">
          <ac:chgData name="pratyashadas20006@gmail.com" userId="d550ecbdc2ef6f42" providerId="LiveId" clId="{81141C80-4622-413A-B275-D672886199E5}" dt="2025-07-22T13:56:16.328" v="421" actId="1076"/>
          <ac:picMkLst>
            <pc:docMk/>
            <pc:sldMk cId="3577158771" sldId="265"/>
            <ac:picMk id="9" creationId="{E728951D-A8E3-8C0F-1567-CDA1E84E399F}"/>
          </ac:picMkLst>
        </pc:picChg>
        <pc:picChg chg="add mod">
          <ac:chgData name="pratyashadas20006@gmail.com" userId="d550ecbdc2ef6f42" providerId="LiveId" clId="{81141C80-4622-413A-B275-D672886199E5}" dt="2025-07-22T14:40:18.979" v="1089" actId="14100"/>
          <ac:picMkLst>
            <pc:docMk/>
            <pc:sldMk cId="3577158771" sldId="265"/>
            <ac:picMk id="11" creationId="{45BBDDB4-D580-BC44-E23D-F8B4E59D7F29}"/>
          </ac:picMkLst>
        </pc:picChg>
      </pc:sldChg>
      <pc:sldChg chg="addSp delSp modSp mod">
        <pc:chgData name="pratyashadas20006@gmail.com" userId="d550ecbdc2ef6f42" providerId="LiveId" clId="{81141C80-4622-413A-B275-D672886199E5}" dt="2025-07-22T15:20:19.286" v="1405" actId="1076"/>
        <pc:sldMkLst>
          <pc:docMk/>
          <pc:sldMk cId="1755569220" sldId="266"/>
        </pc:sldMkLst>
        <pc:spChg chg="add del mod">
          <ac:chgData name="pratyashadas20006@gmail.com" userId="d550ecbdc2ef6f42" providerId="LiveId" clId="{81141C80-4622-413A-B275-D672886199E5}" dt="2025-07-22T14:49:13.953" v="1162" actId="21"/>
          <ac:spMkLst>
            <pc:docMk/>
            <pc:sldMk cId="1755569220" sldId="266"/>
            <ac:spMk id="3" creationId="{2CB4236F-3F34-91E4-EDAE-7D12A6930F3E}"/>
          </ac:spMkLst>
        </pc:spChg>
        <pc:spChg chg="add del mod">
          <ac:chgData name="pratyashadas20006@gmail.com" userId="d550ecbdc2ef6f42" providerId="LiveId" clId="{81141C80-4622-413A-B275-D672886199E5}" dt="2025-07-22T14:49:21.294" v="1164" actId="21"/>
          <ac:spMkLst>
            <pc:docMk/>
            <pc:sldMk cId="1755569220" sldId="266"/>
            <ac:spMk id="5" creationId="{D346AA2B-1F2C-2422-17C4-3A475C60D368}"/>
          </ac:spMkLst>
        </pc:spChg>
        <pc:spChg chg="add del mod">
          <ac:chgData name="pratyashadas20006@gmail.com" userId="d550ecbdc2ef6f42" providerId="LiveId" clId="{81141C80-4622-413A-B275-D672886199E5}" dt="2025-07-22T14:52:59.592" v="1210" actId="21"/>
          <ac:spMkLst>
            <pc:docMk/>
            <pc:sldMk cId="1755569220" sldId="266"/>
            <ac:spMk id="8" creationId="{05A3692D-47A9-E304-2EC9-AFD85A267094}"/>
          </ac:spMkLst>
        </pc:spChg>
        <pc:spChg chg="add del mod">
          <ac:chgData name="pratyashadas20006@gmail.com" userId="d550ecbdc2ef6f42" providerId="LiveId" clId="{81141C80-4622-413A-B275-D672886199E5}" dt="2025-07-22T14:53:36.100" v="1219" actId="21"/>
          <ac:spMkLst>
            <pc:docMk/>
            <pc:sldMk cId="1755569220" sldId="266"/>
            <ac:spMk id="10" creationId="{7DBB791C-BAF7-3AFD-CC0B-75652197902D}"/>
          </ac:spMkLst>
        </pc:spChg>
        <pc:spChg chg="add del">
          <ac:chgData name="pratyashadas20006@gmail.com" userId="d550ecbdc2ef6f42" providerId="LiveId" clId="{81141C80-4622-413A-B275-D672886199E5}" dt="2025-07-22T14:58:03.227" v="1247" actId="21"/>
          <ac:spMkLst>
            <pc:docMk/>
            <pc:sldMk cId="1755569220" sldId="266"/>
            <ac:spMk id="12" creationId="{F703AFDF-078E-4DE7-CF22-069AADB12CCE}"/>
          </ac:spMkLst>
        </pc:spChg>
        <pc:spChg chg="add del mod">
          <ac:chgData name="pratyashadas20006@gmail.com" userId="d550ecbdc2ef6f42" providerId="LiveId" clId="{81141C80-4622-413A-B275-D672886199E5}" dt="2025-07-22T14:56:25.436" v="1228" actId="21"/>
          <ac:spMkLst>
            <pc:docMk/>
            <pc:sldMk cId="1755569220" sldId="266"/>
            <ac:spMk id="14" creationId="{E3FB61AF-5BC0-D601-D7BD-EC0572866CE3}"/>
          </ac:spMkLst>
        </pc:spChg>
        <pc:spChg chg="add del mod">
          <ac:chgData name="pratyashadas20006@gmail.com" userId="d550ecbdc2ef6f42" providerId="LiveId" clId="{81141C80-4622-413A-B275-D672886199E5}" dt="2025-07-22T15:15:59.562" v="1378" actId="21"/>
          <ac:spMkLst>
            <pc:docMk/>
            <pc:sldMk cId="1755569220" sldId="266"/>
            <ac:spMk id="18" creationId="{B86BFFC1-7079-49AF-4DA0-E85498EA6E32}"/>
          </ac:spMkLst>
        </pc:spChg>
        <pc:spChg chg="add del mod">
          <ac:chgData name="pratyashadas20006@gmail.com" userId="d550ecbdc2ef6f42" providerId="LiveId" clId="{81141C80-4622-413A-B275-D672886199E5}" dt="2025-07-22T15:16:02.646" v="1379" actId="21"/>
          <ac:spMkLst>
            <pc:docMk/>
            <pc:sldMk cId="1755569220" sldId="266"/>
            <ac:spMk id="19" creationId="{4F8B70E4-9D3A-4D38-9549-0E91425B42D3}"/>
          </ac:spMkLst>
        </pc:spChg>
        <pc:spChg chg="add mod">
          <ac:chgData name="pratyashadas20006@gmail.com" userId="d550ecbdc2ef6f42" providerId="LiveId" clId="{81141C80-4622-413A-B275-D672886199E5}" dt="2025-07-22T15:20:19.286" v="1405" actId="1076"/>
          <ac:spMkLst>
            <pc:docMk/>
            <pc:sldMk cId="1755569220" sldId="266"/>
            <ac:spMk id="23" creationId="{13899489-705B-247F-56DD-507F6CD4ADD8}"/>
          </ac:spMkLst>
        </pc:spChg>
        <pc:spChg chg="add mod">
          <ac:chgData name="pratyashadas20006@gmail.com" userId="d550ecbdc2ef6f42" providerId="LiveId" clId="{81141C80-4622-413A-B275-D672886199E5}" dt="2025-07-22T15:20:14.040" v="1404" actId="1076"/>
          <ac:spMkLst>
            <pc:docMk/>
            <pc:sldMk cId="1755569220" sldId="266"/>
            <ac:spMk id="24" creationId="{FAEB54FD-7D12-0999-BA8D-3F8E9549E57D}"/>
          </ac:spMkLst>
        </pc:spChg>
        <pc:picChg chg="add del mod">
          <ac:chgData name="pratyashadas20006@gmail.com" userId="d550ecbdc2ef6f42" providerId="LiveId" clId="{81141C80-4622-413A-B275-D672886199E5}" dt="2025-07-22T14:52:11.598" v="1198" actId="21"/>
          <ac:picMkLst>
            <pc:docMk/>
            <pc:sldMk cId="1755569220" sldId="266"/>
            <ac:picMk id="6" creationId="{BEFC1F0F-9E22-E1ED-21D0-B228505267CB}"/>
          </ac:picMkLst>
        </pc:picChg>
        <pc:picChg chg="add del mod">
          <ac:chgData name="pratyashadas20006@gmail.com" userId="d550ecbdc2ef6f42" providerId="LiveId" clId="{81141C80-4622-413A-B275-D672886199E5}" dt="2025-07-22T14:56:00.389" v="1225" actId="21"/>
          <ac:picMkLst>
            <pc:docMk/>
            <pc:sldMk cId="1755569220" sldId="266"/>
            <ac:picMk id="15" creationId="{74B22160-A8B0-2FCE-E4D3-D0F2EBEBF5D8}"/>
          </ac:picMkLst>
        </pc:picChg>
        <pc:picChg chg="add del mod">
          <ac:chgData name="pratyashadas20006@gmail.com" userId="d550ecbdc2ef6f42" providerId="LiveId" clId="{81141C80-4622-413A-B275-D672886199E5}" dt="2025-07-22T15:15:53.566" v="1377" actId="21"/>
          <ac:picMkLst>
            <pc:docMk/>
            <pc:sldMk cId="1755569220" sldId="266"/>
            <ac:picMk id="17" creationId="{D9E92BE7-918B-5BFE-AD02-A6A0CC18DE13}"/>
          </ac:picMkLst>
        </pc:picChg>
        <pc:picChg chg="add mod">
          <ac:chgData name="pratyashadas20006@gmail.com" userId="d550ecbdc2ef6f42" providerId="LiveId" clId="{81141C80-4622-413A-B275-D672886199E5}" dt="2025-07-22T15:16:09.880" v="1381" actId="14100"/>
          <ac:picMkLst>
            <pc:docMk/>
            <pc:sldMk cId="1755569220" sldId="266"/>
            <ac:picMk id="21" creationId="{01FB1A81-20F9-2362-8508-07CA882D6449}"/>
          </ac:picMkLst>
        </pc:picChg>
        <pc:picChg chg="add mod">
          <ac:chgData name="pratyashadas20006@gmail.com" userId="d550ecbdc2ef6f42" providerId="LiveId" clId="{81141C80-4622-413A-B275-D672886199E5}" dt="2025-07-22T15:16:26.082" v="1383"/>
          <ac:picMkLst>
            <pc:docMk/>
            <pc:sldMk cId="1755569220" sldId="266"/>
            <ac:picMk id="22" creationId="{9AD4842A-B729-FBD5-3198-C7E9EAD5005E}"/>
          </ac:picMkLst>
        </pc:picChg>
      </pc:sldChg>
      <pc:sldChg chg="addSp delSp modSp new mod">
        <pc:chgData name="pratyashadas20006@gmail.com" userId="d550ecbdc2ef6f42" providerId="LiveId" clId="{81141C80-4622-413A-B275-D672886199E5}" dt="2025-07-22T14:47:44.392" v="1158"/>
        <pc:sldMkLst>
          <pc:docMk/>
          <pc:sldMk cId="4101252360" sldId="267"/>
        </pc:sldMkLst>
        <pc:spChg chg="add del">
          <ac:chgData name="pratyashadas20006@gmail.com" userId="d550ecbdc2ef6f42" providerId="LiveId" clId="{81141C80-4622-413A-B275-D672886199E5}" dt="2025-07-22T14:42:00.279" v="1101" actId="21"/>
          <ac:spMkLst>
            <pc:docMk/>
            <pc:sldMk cId="4101252360" sldId="267"/>
            <ac:spMk id="3" creationId="{F6C5444E-FB76-6AD7-2D90-905B795EBB74}"/>
          </ac:spMkLst>
        </pc:spChg>
        <pc:spChg chg="add del mod">
          <ac:chgData name="pratyashadas20006@gmail.com" userId="d550ecbdc2ef6f42" providerId="LiveId" clId="{81141C80-4622-413A-B275-D672886199E5}" dt="2025-07-22T14:41:02.233" v="1093" actId="21"/>
          <ac:spMkLst>
            <pc:docMk/>
            <pc:sldMk cId="4101252360" sldId="267"/>
            <ac:spMk id="5" creationId="{D1E96DF2-5F56-A641-C9EB-9AFEF22FC96D}"/>
          </ac:spMkLst>
        </pc:spChg>
        <pc:spChg chg="add del mod">
          <ac:chgData name="pratyashadas20006@gmail.com" userId="d550ecbdc2ef6f42" providerId="LiveId" clId="{81141C80-4622-413A-B275-D672886199E5}" dt="2025-07-22T14:41:32.995" v="1097" actId="21"/>
          <ac:spMkLst>
            <pc:docMk/>
            <pc:sldMk cId="4101252360" sldId="267"/>
            <ac:spMk id="7" creationId="{87BE9163-0D21-2E96-ECEC-E90FE5861392}"/>
          </ac:spMkLst>
        </pc:spChg>
        <pc:spChg chg="add mod">
          <ac:chgData name="pratyashadas20006@gmail.com" userId="d550ecbdc2ef6f42" providerId="LiveId" clId="{81141C80-4622-413A-B275-D672886199E5}" dt="2025-07-22T14:44:14.520" v="1151"/>
          <ac:spMkLst>
            <pc:docMk/>
            <pc:sldMk cId="4101252360" sldId="267"/>
            <ac:spMk id="12" creationId="{B891B4AF-BB40-B968-ED5E-949091F7DE77}"/>
          </ac:spMkLst>
        </pc:spChg>
        <pc:spChg chg="add mod">
          <ac:chgData name="pratyashadas20006@gmail.com" userId="d550ecbdc2ef6f42" providerId="LiveId" clId="{81141C80-4622-413A-B275-D672886199E5}" dt="2025-07-22T14:47:44.392" v="1158"/>
          <ac:spMkLst>
            <pc:docMk/>
            <pc:sldMk cId="4101252360" sldId="267"/>
            <ac:spMk id="13" creationId="{7C1820EA-EA28-A3EC-BE08-689A7CEF1A48}"/>
          </ac:spMkLst>
        </pc:spChg>
        <pc:picChg chg="add mod">
          <ac:chgData name="pratyashadas20006@gmail.com" userId="d550ecbdc2ef6f42" providerId="LiveId" clId="{81141C80-4622-413A-B275-D672886199E5}" dt="2025-07-22T14:43:37.805" v="1116" actId="14100"/>
          <ac:picMkLst>
            <pc:docMk/>
            <pc:sldMk cId="4101252360" sldId="267"/>
            <ac:picMk id="9" creationId="{41513EF7-9CC2-A440-917C-C0CA461CE381}"/>
          </ac:picMkLst>
        </pc:picChg>
        <pc:picChg chg="add mod">
          <ac:chgData name="pratyashadas20006@gmail.com" userId="d550ecbdc2ef6f42" providerId="LiveId" clId="{81141C80-4622-413A-B275-D672886199E5}" dt="2025-07-22T14:43:28.397" v="1115" actId="1076"/>
          <ac:picMkLst>
            <pc:docMk/>
            <pc:sldMk cId="4101252360" sldId="267"/>
            <ac:picMk id="11" creationId="{60C79386-D20B-EAB7-4024-CFB1C579E0FC}"/>
          </ac:picMkLst>
        </pc:picChg>
      </pc:sldChg>
      <pc:sldChg chg="addSp modSp new mod ord">
        <pc:chgData name="pratyashadas20006@gmail.com" userId="d550ecbdc2ef6f42" providerId="LiveId" clId="{81141C80-4622-413A-B275-D672886199E5}" dt="2025-07-22T15:12:31.102" v="1363" actId="1440"/>
        <pc:sldMkLst>
          <pc:docMk/>
          <pc:sldMk cId="3273178568" sldId="268"/>
        </pc:sldMkLst>
        <pc:spChg chg="add mod">
          <ac:chgData name="pratyashadas20006@gmail.com" userId="d550ecbdc2ef6f42" providerId="LiveId" clId="{81141C80-4622-413A-B275-D672886199E5}" dt="2025-07-22T15:08:48.674" v="1344"/>
          <ac:spMkLst>
            <pc:docMk/>
            <pc:sldMk cId="3273178568" sldId="268"/>
            <ac:spMk id="4" creationId="{D49F0F36-D65A-9ECB-798B-F85B07EE07C1}"/>
          </ac:spMkLst>
        </pc:spChg>
        <pc:spChg chg="add mod">
          <ac:chgData name="pratyashadas20006@gmail.com" userId="d550ecbdc2ef6f42" providerId="LiveId" clId="{81141C80-4622-413A-B275-D672886199E5}" dt="2025-07-22T15:09:30.424" v="1349" actId="255"/>
          <ac:spMkLst>
            <pc:docMk/>
            <pc:sldMk cId="3273178568" sldId="268"/>
            <ac:spMk id="5" creationId="{BDEA7431-DF63-8831-0DED-146DF0219BCF}"/>
          </ac:spMkLst>
        </pc:spChg>
        <pc:picChg chg="add mod">
          <ac:chgData name="pratyashadas20006@gmail.com" userId="d550ecbdc2ef6f42" providerId="LiveId" clId="{81141C80-4622-413A-B275-D672886199E5}" dt="2025-07-22T15:06:39.119" v="1284" actId="14100"/>
          <ac:picMkLst>
            <pc:docMk/>
            <pc:sldMk cId="3273178568" sldId="268"/>
            <ac:picMk id="3" creationId="{BF355953-76CF-A773-746E-9794FACD2E3B}"/>
          </ac:picMkLst>
        </pc:picChg>
        <pc:picChg chg="add mod modCrop">
          <ac:chgData name="pratyashadas20006@gmail.com" userId="d550ecbdc2ef6f42" providerId="LiveId" clId="{81141C80-4622-413A-B275-D672886199E5}" dt="2025-07-22T15:12:31.102" v="1363" actId="1440"/>
          <ac:picMkLst>
            <pc:docMk/>
            <pc:sldMk cId="3273178568" sldId="268"/>
            <ac:picMk id="7" creationId="{F343490A-F7E5-DD19-168D-95CDEB72FC48}"/>
          </ac:picMkLst>
        </pc:picChg>
      </pc:sldChg>
      <pc:sldChg chg="addSp delSp modSp new del mod">
        <pc:chgData name="pratyashadas20006@gmail.com" userId="d550ecbdc2ef6f42" providerId="LiveId" clId="{81141C80-4622-413A-B275-D672886199E5}" dt="2025-07-22T15:38:49.918" v="1627" actId="2696"/>
        <pc:sldMkLst>
          <pc:docMk/>
          <pc:sldMk cId="2832964606" sldId="269"/>
        </pc:sldMkLst>
        <pc:spChg chg="add del mod">
          <ac:chgData name="pratyashadas20006@gmail.com" userId="d550ecbdc2ef6f42" providerId="LiveId" clId="{81141C80-4622-413A-B275-D672886199E5}" dt="2025-07-22T15:16:32.327" v="1385" actId="21"/>
          <ac:spMkLst>
            <pc:docMk/>
            <pc:sldMk cId="2832964606" sldId="269"/>
            <ac:spMk id="3" creationId="{13899489-705B-247F-56DD-507F6CD4ADD8}"/>
          </ac:spMkLst>
        </pc:spChg>
        <pc:spChg chg="add del mod">
          <ac:chgData name="pratyashadas20006@gmail.com" userId="d550ecbdc2ef6f42" providerId="LiveId" clId="{81141C80-4622-413A-B275-D672886199E5}" dt="2025-07-22T15:16:58.126" v="1389" actId="21"/>
          <ac:spMkLst>
            <pc:docMk/>
            <pc:sldMk cId="2832964606" sldId="269"/>
            <ac:spMk id="5" creationId="{FAEB54FD-7D12-0999-BA8D-3F8E9549E57D}"/>
          </ac:spMkLst>
        </pc:spChg>
        <pc:spChg chg="add del mod">
          <ac:chgData name="pratyashadas20006@gmail.com" userId="d550ecbdc2ef6f42" providerId="LiveId" clId="{81141C80-4622-413A-B275-D672886199E5}" dt="2025-07-22T15:38:01.546" v="1616" actId="21"/>
          <ac:spMkLst>
            <pc:docMk/>
            <pc:sldMk cId="2832964606" sldId="269"/>
            <ac:spMk id="6" creationId="{7A58DA25-6F8E-36BB-4AA7-2ECA9572F594}"/>
          </ac:spMkLst>
        </pc:spChg>
        <pc:spChg chg="add del mod">
          <ac:chgData name="pratyashadas20006@gmail.com" userId="d550ecbdc2ef6f42" providerId="LiveId" clId="{81141C80-4622-413A-B275-D672886199E5}" dt="2025-07-22T15:38:19.016" v="1620" actId="21"/>
          <ac:spMkLst>
            <pc:docMk/>
            <pc:sldMk cId="2832964606" sldId="269"/>
            <ac:spMk id="7" creationId="{E325E057-AAE1-92F4-BE19-99F3DFDF842F}"/>
          </ac:spMkLst>
        </pc:spChg>
        <pc:picChg chg="add del mod">
          <ac:chgData name="pratyashadas20006@gmail.com" userId="d550ecbdc2ef6f42" providerId="LiveId" clId="{81141C80-4622-413A-B275-D672886199E5}" dt="2025-07-22T15:37:57.068" v="1615" actId="21"/>
          <ac:picMkLst>
            <pc:docMk/>
            <pc:sldMk cId="2832964606" sldId="269"/>
            <ac:picMk id="2" creationId="{2FA19D5E-C0C9-1718-82ED-8D5F96D94720}"/>
          </ac:picMkLst>
        </pc:picChg>
        <pc:picChg chg="add mod">
          <ac:chgData name="pratyashadas20006@gmail.com" userId="d550ecbdc2ef6f42" providerId="LiveId" clId="{81141C80-4622-413A-B275-D672886199E5}" dt="2025-07-22T15:15:29.104" v="1373"/>
          <ac:picMkLst>
            <pc:docMk/>
            <pc:sldMk cId="2832964606" sldId="269"/>
            <ac:picMk id="4" creationId="{EF6AD1AB-2F93-0F6D-F891-361FD4AD72BB}"/>
          </ac:picMkLst>
        </pc:picChg>
      </pc:sldChg>
      <pc:sldChg chg="addSp modSp new mod ord">
        <pc:chgData name="pratyashadas20006@gmail.com" userId="d550ecbdc2ef6f42" providerId="LiveId" clId="{81141C80-4622-413A-B275-D672886199E5}" dt="2025-07-22T15:29:28.911" v="1449"/>
        <pc:sldMkLst>
          <pc:docMk/>
          <pc:sldMk cId="2891239948" sldId="270"/>
        </pc:sldMkLst>
        <pc:spChg chg="add mod">
          <ac:chgData name="pratyashadas20006@gmail.com" userId="d550ecbdc2ef6f42" providerId="LiveId" clId="{81141C80-4622-413A-B275-D672886199E5}" dt="2025-07-22T15:25:46.869" v="1435" actId="1076"/>
          <ac:spMkLst>
            <pc:docMk/>
            <pc:sldMk cId="2891239948" sldId="270"/>
            <ac:spMk id="4" creationId="{6DE7E080-6F06-28CD-033E-8512A650F2A5}"/>
          </ac:spMkLst>
        </pc:spChg>
        <pc:spChg chg="add mod">
          <ac:chgData name="pratyashadas20006@gmail.com" userId="d550ecbdc2ef6f42" providerId="LiveId" clId="{81141C80-4622-413A-B275-D672886199E5}" dt="2025-07-22T15:25:42.248" v="1434" actId="255"/>
          <ac:spMkLst>
            <pc:docMk/>
            <pc:sldMk cId="2891239948" sldId="270"/>
            <ac:spMk id="5" creationId="{636C1C5E-3F2A-E198-36B9-2A8D41A411A0}"/>
          </ac:spMkLst>
        </pc:spChg>
        <pc:picChg chg="add mod">
          <ac:chgData name="pratyashadas20006@gmail.com" userId="d550ecbdc2ef6f42" providerId="LiveId" clId="{81141C80-4622-413A-B275-D672886199E5}" dt="2025-07-22T15:20:52.863" v="1412" actId="14100"/>
          <ac:picMkLst>
            <pc:docMk/>
            <pc:sldMk cId="2891239948" sldId="270"/>
            <ac:picMk id="3" creationId="{75F1DF8E-F001-B68B-B744-A1E54C615CEE}"/>
          </ac:picMkLst>
        </pc:picChg>
        <pc:picChg chg="add mod modCrop">
          <ac:chgData name="pratyashadas20006@gmail.com" userId="d550ecbdc2ef6f42" providerId="LiveId" clId="{81141C80-4622-413A-B275-D672886199E5}" dt="2025-07-22T15:29:18.031" v="1447" actId="1440"/>
          <ac:picMkLst>
            <pc:docMk/>
            <pc:sldMk cId="2891239948" sldId="270"/>
            <ac:picMk id="7" creationId="{FC9C8003-3F39-9AE0-1FBB-6DA192B8828A}"/>
          </ac:picMkLst>
        </pc:picChg>
      </pc:sldChg>
      <pc:sldChg chg="addSp modSp new mod">
        <pc:chgData name="pratyashadas20006@gmail.com" userId="d550ecbdc2ef6f42" providerId="LiveId" clId="{81141C80-4622-413A-B275-D672886199E5}" dt="2025-07-22T15:38:42.951" v="1626" actId="1076"/>
        <pc:sldMkLst>
          <pc:docMk/>
          <pc:sldMk cId="3017858242" sldId="271"/>
        </pc:sldMkLst>
        <pc:spChg chg="add mod">
          <ac:chgData name="pratyashadas20006@gmail.com" userId="d550ecbdc2ef6f42" providerId="LiveId" clId="{81141C80-4622-413A-B275-D672886199E5}" dt="2025-07-22T15:38:14.180" v="1619" actId="1076"/>
          <ac:spMkLst>
            <pc:docMk/>
            <pc:sldMk cId="3017858242" sldId="271"/>
            <ac:spMk id="4" creationId="{FC61EC88-45C8-4968-3D92-D1594CB401D5}"/>
          </ac:spMkLst>
        </pc:spChg>
        <pc:spChg chg="add mod">
          <ac:chgData name="pratyashadas20006@gmail.com" userId="d550ecbdc2ef6f42" providerId="LiveId" clId="{81141C80-4622-413A-B275-D672886199E5}" dt="2025-07-22T15:38:42.951" v="1626" actId="1076"/>
          <ac:spMkLst>
            <pc:docMk/>
            <pc:sldMk cId="3017858242" sldId="271"/>
            <ac:spMk id="5" creationId="{86AEBBB4-6A2F-BF2C-EC7B-9334C960BB2D}"/>
          </ac:spMkLst>
        </pc:spChg>
        <pc:picChg chg="add mod">
          <ac:chgData name="pratyashadas20006@gmail.com" userId="d550ecbdc2ef6f42" providerId="LiveId" clId="{81141C80-4622-413A-B275-D672886199E5}" dt="2025-07-22T15:38:38.475" v="1625" actId="1076"/>
          <ac:picMkLst>
            <pc:docMk/>
            <pc:sldMk cId="3017858242" sldId="271"/>
            <ac:picMk id="3" creationId="{B41AA3EA-9757-8B7D-BFF0-777BD96F620B}"/>
          </ac:picMkLst>
        </pc:picChg>
      </pc:sldChg>
      <pc:sldChg chg="addSp delSp modSp new mod">
        <pc:chgData name="pratyashadas20006@gmail.com" userId="d550ecbdc2ef6f42" providerId="LiveId" clId="{81141C80-4622-413A-B275-D672886199E5}" dt="2025-07-22T15:43:47.180" v="1664" actId="1076"/>
        <pc:sldMkLst>
          <pc:docMk/>
          <pc:sldMk cId="3728837849" sldId="272"/>
        </pc:sldMkLst>
        <pc:spChg chg="add mod">
          <ac:chgData name="pratyashadas20006@gmail.com" userId="d550ecbdc2ef6f42" providerId="LiveId" clId="{81141C80-4622-413A-B275-D672886199E5}" dt="2025-07-22T15:43:47.180" v="1664" actId="1076"/>
          <ac:spMkLst>
            <pc:docMk/>
            <pc:sldMk cId="3728837849" sldId="272"/>
            <ac:spMk id="6" creationId="{2B489F54-BB97-CBB8-0D2F-DD9BCF084DD7}"/>
          </ac:spMkLst>
        </pc:spChg>
        <pc:picChg chg="add del mod">
          <ac:chgData name="pratyashadas20006@gmail.com" userId="d550ecbdc2ef6f42" providerId="LiveId" clId="{81141C80-4622-413A-B275-D672886199E5}" dt="2025-07-22T15:42:33.009" v="1635" actId="21"/>
          <ac:picMkLst>
            <pc:docMk/>
            <pc:sldMk cId="3728837849" sldId="272"/>
            <ac:picMk id="3" creationId="{A523B9EA-ACF8-2081-3013-794080FC5DD1}"/>
          </ac:picMkLst>
        </pc:picChg>
        <pc:picChg chg="add mod">
          <ac:chgData name="pratyashadas20006@gmail.com" userId="d550ecbdc2ef6f42" providerId="LiveId" clId="{81141C80-4622-413A-B275-D672886199E5}" dt="2025-07-22T15:42:47.099" v="1641" actId="14100"/>
          <ac:picMkLst>
            <pc:docMk/>
            <pc:sldMk cId="3728837849" sldId="272"/>
            <ac:picMk id="5" creationId="{D4C8482E-EB0A-5317-FBC8-3624D877E35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D398ED-B699-4430-A59B-A96102AC816E}" type="datetimeFigureOut">
              <a:rPr lang="en-IN" smtClean="0"/>
              <a:t>22-07-2025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855205-DDC4-4B88-95D1-3336E8B3DBDE}" type="slidenum">
              <a:rPr lang="en-IN" smtClean="0"/>
              <a:t>‹#›</a:t>
            </a:fld>
            <a:endParaRPr lang="en-IN"/>
          </a:p>
        </p:txBody>
      </p:sp>
    </p:spTree>
    <p:extLst>
      <p:ext uri="{BB962C8B-B14F-4D97-AF65-F5344CB8AC3E}">
        <p14:creationId xmlns:p14="http://schemas.microsoft.com/office/powerpoint/2010/main" val="3642084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855205-DDC4-4B88-95D1-3336E8B3DBDE}" type="slidenum">
              <a:rPr lang="en-IN" smtClean="0"/>
              <a:t>3</a:t>
            </a:fld>
            <a:endParaRPr lang="en-IN"/>
          </a:p>
        </p:txBody>
      </p:sp>
    </p:spTree>
    <p:extLst>
      <p:ext uri="{BB962C8B-B14F-4D97-AF65-F5344CB8AC3E}">
        <p14:creationId xmlns:p14="http://schemas.microsoft.com/office/powerpoint/2010/main" val="1877060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855205-DDC4-4B88-95D1-3336E8B3DBDE}" type="slidenum">
              <a:rPr lang="en-IN" smtClean="0"/>
              <a:t>5</a:t>
            </a:fld>
            <a:endParaRPr lang="en-IN"/>
          </a:p>
        </p:txBody>
      </p:sp>
    </p:spTree>
    <p:extLst>
      <p:ext uri="{BB962C8B-B14F-4D97-AF65-F5344CB8AC3E}">
        <p14:creationId xmlns:p14="http://schemas.microsoft.com/office/powerpoint/2010/main" val="12519459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B855205-DDC4-4B88-95D1-3336E8B3DBDE}" type="slidenum">
              <a:rPr lang="en-IN" smtClean="0"/>
              <a:t>7</a:t>
            </a:fld>
            <a:endParaRPr lang="en-IN"/>
          </a:p>
        </p:txBody>
      </p:sp>
    </p:spTree>
    <p:extLst>
      <p:ext uri="{BB962C8B-B14F-4D97-AF65-F5344CB8AC3E}">
        <p14:creationId xmlns:p14="http://schemas.microsoft.com/office/powerpoint/2010/main" val="1604165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91F2E-B936-9566-AE5C-A2B9652D8EE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509F373-C307-D5DC-56A8-6629512030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CE29B22-12A2-409F-9D50-5EDD9F4F2FCB}"/>
              </a:ext>
            </a:extLst>
          </p:cNvPr>
          <p:cNvSpPr>
            <a:spLocks noGrp="1"/>
          </p:cNvSpPr>
          <p:nvPr>
            <p:ph type="dt" sz="half" idx="10"/>
          </p:nvPr>
        </p:nvSpPr>
        <p:spPr/>
        <p:txBody>
          <a:bodyPr/>
          <a:lstStyle/>
          <a:p>
            <a:fld id="{E54C9D96-E506-46CC-99FF-7F75BFB25687}" type="datetimeFigureOut">
              <a:rPr lang="en-IN" smtClean="0"/>
              <a:t>22-07-2025</a:t>
            </a:fld>
            <a:endParaRPr lang="en-IN"/>
          </a:p>
        </p:txBody>
      </p:sp>
      <p:sp>
        <p:nvSpPr>
          <p:cNvPr id="5" name="Footer Placeholder 4">
            <a:extLst>
              <a:ext uri="{FF2B5EF4-FFF2-40B4-BE49-F238E27FC236}">
                <a16:creationId xmlns:a16="http://schemas.microsoft.com/office/drawing/2014/main" id="{2E01D540-4394-860A-456E-4195A714F4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A0F9D5-9C25-24C1-1533-70164383B267}"/>
              </a:ext>
            </a:extLst>
          </p:cNvPr>
          <p:cNvSpPr>
            <a:spLocks noGrp="1"/>
          </p:cNvSpPr>
          <p:nvPr>
            <p:ph type="sldNum" sz="quarter" idx="12"/>
          </p:nvPr>
        </p:nvSpPr>
        <p:spPr/>
        <p:txBody>
          <a:bodyPr/>
          <a:lstStyle/>
          <a:p>
            <a:fld id="{90A25A32-FDC7-47E4-B65A-75CAEA1597F5}" type="slidenum">
              <a:rPr lang="en-IN" smtClean="0"/>
              <a:t>‹#›</a:t>
            </a:fld>
            <a:endParaRPr lang="en-IN"/>
          </a:p>
        </p:txBody>
      </p:sp>
    </p:spTree>
    <p:extLst>
      <p:ext uri="{BB962C8B-B14F-4D97-AF65-F5344CB8AC3E}">
        <p14:creationId xmlns:p14="http://schemas.microsoft.com/office/powerpoint/2010/main" val="584052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6858D-8EAB-AC3C-35F8-71BC469B08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07C2279-86E2-4C25-75FA-D5334E0B17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D6BDA5-EB47-2AEC-8399-4B7A6326DD3C}"/>
              </a:ext>
            </a:extLst>
          </p:cNvPr>
          <p:cNvSpPr>
            <a:spLocks noGrp="1"/>
          </p:cNvSpPr>
          <p:nvPr>
            <p:ph type="dt" sz="half" idx="10"/>
          </p:nvPr>
        </p:nvSpPr>
        <p:spPr/>
        <p:txBody>
          <a:bodyPr/>
          <a:lstStyle/>
          <a:p>
            <a:fld id="{E54C9D96-E506-46CC-99FF-7F75BFB25687}" type="datetimeFigureOut">
              <a:rPr lang="en-IN" smtClean="0"/>
              <a:t>22-07-2025</a:t>
            </a:fld>
            <a:endParaRPr lang="en-IN"/>
          </a:p>
        </p:txBody>
      </p:sp>
      <p:sp>
        <p:nvSpPr>
          <p:cNvPr id="5" name="Footer Placeholder 4">
            <a:extLst>
              <a:ext uri="{FF2B5EF4-FFF2-40B4-BE49-F238E27FC236}">
                <a16:creationId xmlns:a16="http://schemas.microsoft.com/office/drawing/2014/main" id="{BE463B42-CBDD-4972-49E3-C0D53EA56E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1DCFB7-85D6-757D-FF52-F6A8742B0F8C}"/>
              </a:ext>
            </a:extLst>
          </p:cNvPr>
          <p:cNvSpPr>
            <a:spLocks noGrp="1"/>
          </p:cNvSpPr>
          <p:nvPr>
            <p:ph type="sldNum" sz="quarter" idx="12"/>
          </p:nvPr>
        </p:nvSpPr>
        <p:spPr/>
        <p:txBody>
          <a:bodyPr/>
          <a:lstStyle/>
          <a:p>
            <a:fld id="{90A25A32-FDC7-47E4-B65A-75CAEA1597F5}" type="slidenum">
              <a:rPr lang="en-IN" smtClean="0"/>
              <a:t>‹#›</a:t>
            </a:fld>
            <a:endParaRPr lang="en-IN"/>
          </a:p>
        </p:txBody>
      </p:sp>
    </p:spTree>
    <p:extLst>
      <p:ext uri="{BB962C8B-B14F-4D97-AF65-F5344CB8AC3E}">
        <p14:creationId xmlns:p14="http://schemas.microsoft.com/office/powerpoint/2010/main" val="3554962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C520A-2C79-6826-2B94-2FDF9196422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1A3F9D4-65FF-9044-403D-79A2467998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37F64F-2F4A-6950-99A2-6CF3836BDE30}"/>
              </a:ext>
            </a:extLst>
          </p:cNvPr>
          <p:cNvSpPr>
            <a:spLocks noGrp="1"/>
          </p:cNvSpPr>
          <p:nvPr>
            <p:ph type="dt" sz="half" idx="10"/>
          </p:nvPr>
        </p:nvSpPr>
        <p:spPr/>
        <p:txBody>
          <a:bodyPr/>
          <a:lstStyle/>
          <a:p>
            <a:fld id="{E54C9D96-E506-46CC-99FF-7F75BFB25687}" type="datetimeFigureOut">
              <a:rPr lang="en-IN" smtClean="0"/>
              <a:t>22-07-2025</a:t>
            </a:fld>
            <a:endParaRPr lang="en-IN"/>
          </a:p>
        </p:txBody>
      </p:sp>
      <p:sp>
        <p:nvSpPr>
          <p:cNvPr id="5" name="Footer Placeholder 4">
            <a:extLst>
              <a:ext uri="{FF2B5EF4-FFF2-40B4-BE49-F238E27FC236}">
                <a16:creationId xmlns:a16="http://schemas.microsoft.com/office/drawing/2014/main" id="{4272B626-41ED-0E82-CC91-64054B619D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874A86-52A9-DD05-196F-191FCF670FD9}"/>
              </a:ext>
            </a:extLst>
          </p:cNvPr>
          <p:cNvSpPr>
            <a:spLocks noGrp="1"/>
          </p:cNvSpPr>
          <p:nvPr>
            <p:ph type="sldNum" sz="quarter" idx="12"/>
          </p:nvPr>
        </p:nvSpPr>
        <p:spPr/>
        <p:txBody>
          <a:bodyPr/>
          <a:lstStyle/>
          <a:p>
            <a:fld id="{90A25A32-FDC7-47E4-B65A-75CAEA1597F5}" type="slidenum">
              <a:rPr lang="en-IN" smtClean="0"/>
              <a:t>‹#›</a:t>
            </a:fld>
            <a:endParaRPr lang="en-IN"/>
          </a:p>
        </p:txBody>
      </p:sp>
    </p:spTree>
    <p:extLst>
      <p:ext uri="{BB962C8B-B14F-4D97-AF65-F5344CB8AC3E}">
        <p14:creationId xmlns:p14="http://schemas.microsoft.com/office/powerpoint/2010/main" val="1856521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96A6B-44D9-1A68-7A78-8AE0F091D7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256EAD-EB4B-88AA-DE84-18D5B52E2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538E49A-03B8-84F0-0CA7-82E5E41A23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5DEA934-9E4B-E5E6-370E-ED86EC453690}"/>
              </a:ext>
            </a:extLst>
          </p:cNvPr>
          <p:cNvSpPr>
            <a:spLocks noGrp="1"/>
          </p:cNvSpPr>
          <p:nvPr>
            <p:ph type="dt" sz="half" idx="10"/>
          </p:nvPr>
        </p:nvSpPr>
        <p:spPr/>
        <p:txBody>
          <a:bodyPr/>
          <a:lstStyle/>
          <a:p>
            <a:fld id="{E54C9D96-E506-46CC-99FF-7F75BFB25687}" type="datetimeFigureOut">
              <a:rPr lang="en-IN" smtClean="0"/>
              <a:t>22-07-2025</a:t>
            </a:fld>
            <a:endParaRPr lang="en-IN"/>
          </a:p>
        </p:txBody>
      </p:sp>
      <p:sp>
        <p:nvSpPr>
          <p:cNvPr id="6" name="Footer Placeholder 5">
            <a:extLst>
              <a:ext uri="{FF2B5EF4-FFF2-40B4-BE49-F238E27FC236}">
                <a16:creationId xmlns:a16="http://schemas.microsoft.com/office/drawing/2014/main" id="{449FB4A8-0A5E-EF2D-3E43-03D1317C36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F82532-3BAE-A5FC-335D-F545F362C68A}"/>
              </a:ext>
            </a:extLst>
          </p:cNvPr>
          <p:cNvSpPr>
            <a:spLocks noGrp="1"/>
          </p:cNvSpPr>
          <p:nvPr>
            <p:ph type="sldNum" sz="quarter" idx="12"/>
          </p:nvPr>
        </p:nvSpPr>
        <p:spPr/>
        <p:txBody>
          <a:bodyPr/>
          <a:lstStyle/>
          <a:p>
            <a:fld id="{90A25A32-FDC7-47E4-B65A-75CAEA1597F5}" type="slidenum">
              <a:rPr lang="en-IN" smtClean="0"/>
              <a:t>‹#›</a:t>
            </a:fld>
            <a:endParaRPr lang="en-IN"/>
          </a:p>
        </p:txBody>
      </p:sp>
    </p:spTree>
    <p:extLst>
      <p:ext uri="{BB962C8B-B14F-4D97-AF65-F5344CB8AC3E}">
        <p14:creationId xmlns:p14="http://schemas.microsoft.com/office/powerpoint/2010/main" val="33790929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E3099-941D-296D-4700-0F8FC644764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465FB4-6BA5-4F9C-FF9C-3D9BCB061B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F3D433-51A6-A2EC-AD79-01EACC7296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56EEDD7-6C22-8A94-AB60-264EB8BCB4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7E4B11-CC64-C716-DD3B-7C5B5B5A846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C8C4091-8FA0-6EB5-5DD1-7E64D2365A57}"/>
              </a:ext>
            </a:extLst>
          </p:cNvPr>
          <p:cNvSpPr>
            <a:spLocks noGrp="1"/>
          </p:cNvSpPr>
          <p:nvPr>
            <p:ph type="dt" sz="half" idx="10"/>
          </p:nvPr>
        </p:nvSpPr>
        <p:spPr/>
        <p:txBody>
          <a:bodyPr/>
          <a:lstStyle/>
          <a:p>
            <a:fld id="{E54C9D96-E506-46CC-99FF-7F75BFB25687}" type="datetimeFigureOut">
              <a:rPr lang="en-IN" smtClean="0"/>
              <a:t>22-07-2025</a:t>
            </a:fld>
            <a:endParaRPr lang="en-IN"/>
          </a:p>
        </p:txBody>
      </p:sp>
      <p:sp>
        <p:nvSpPr>
          <p:cNvPr id="8" name="Footer Placeholder 7">
            <a:extLst>
              <a:ext uri="{FF2B5EF4-FFF2-40B4-BE49-F238E27FC236}">
                <a16:creationId xmlns:a16="http://schemas.microsoft.com/office/drawing/2014/main" id="{DEF951FA-E0D1-216E-4E52-90969025DE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AC7F9F7-A503-32E0-729A-4618C3F721F1}"/>
              </a:ext>
            </a:extLst>
          </p:cNvPr>
          <p:cNvSpPr>
            <a:spLocks noGrp="1"/>
          </p:cNvSpPr>
          <p:nvPr>
            <p:ph type="sldNum" sz="quarter" idx="12"/>
          </p:nvPr>
        </p:nvSpPr>
        <p:spPr/>
        <p:txBody>
          <a:bodyPr/>
          <a:lstStyle/>
          <a:p>
            <a:fld id="{90A25A32-FDC7-47E4-B65A-75CAEA1597F5}" type="slidenum">
              <a:rPr lang="en-IN" smtClean="0"/>
              <a:t>‹#›</a:t>
            </a:fld>
            <a:endParaRPr lang="en-IN"/>
          </a:p>
        </p:txBody>
      </p:sp>
    </p:spTree>
    <p:extLst>
      <p:ext uri="{BB962C8B-B14F-4D97-AF65-F5344CB8AC3E}">
        <p14:creationId xmlns:p14="http://schemas.microsoft.com/office/powerpoint/2010/main" val="1966701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D012A-6959-0838-86E6-06D9DC204A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D1FD0D-7C5E-4043-1440-793E726349AC}"/>
              </a:ext>
            </a:extLst>
          </p:cNvPr>
          <p:cNvSpPr>
            <a:spLocks noGrp="1"/>
          </p:cNvSpPr>
          <p:nvPr>
            <p:ph type="dt" sz="half" idx="10"/>
          </p:nvPr>
        </p:nvSpPr>
        <p:spPr/>
        <p:txBody>
          <a:bodyPr/>
          <a:lstStyle/>
          <a:p>
            <a:fld id="{E54C9D96-E506-46CC-99FF-7F75BFB25687}" type="datetimeFigureOut">
              <a:rPr lang="en-IN" smtClean="0"/>
              <a:t>22-07-2025</a:t>
            </a:fld>
            <a:endParaRPr lang="en-IN"/>
          </a:p>
        </p:txBody>
      </p:sp>
      <p:sp>
        <p:nvSpPr>
          <p:cNvPr id="4" name="Footer Placeholder 3">
            <a:extLst>
              <a:ext uri="{FF2B5EF4-FFF2-40B4-BE49-F238E27FC236}">
                <a16:creationId xmlns:a16="http://schemas.microsoft.com/office/drawing/2014/main" id="{EB0FF097-8C89-1615-0C55-4ED1F6F5B52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4195C5-47CA-CA8C-2C3D-06D43B7FD902}"/>
              </a:ext>
            </a:extLst>
          </p:cNvPr>
          <p:cNvSpPr>
            <a:spLocks noGrp="1"/>
          </p:cNvSpPr>
          <p:nvPr>
            <p:ph type="sldNum" sz="quarter" idx="12"/>
          </p:nvPr>
        </p:nvSpPr>
        <p:spPr/>
        <p:txBody>
          <a:bodyPr/>
          <a:lstStyle/>
          <a:p>
            <a:fld id="{90A25A32-FDC7-47E4-B65A-75CAEA1597F5}" type="slidenum">
              <a:rPr lang="en-IN" smtClean="0"/>
              <a:t>‹#›</a:t>
            </a:fld>
            <a:endParaRPr lang="en-IN"/>
          </a:p>
        </p:txBody>
      </p:sp>
    </p:spTree>
    <p:extLst>
      <p:ext uri="{BB962C8B-B14F-4D97-AF65-F5344CB8AC3E}">
        <p14:creationId xmlns:p14="http://schemas.microsoft.com/office/powerpoint/2010/main" val="32223528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0BE497-BCA3-65EC-015E-438310A39300}"/>
              </a:ext>
            </a:extLst>
          </p:cNvPr>
          <p:cNvSpPr>
            <a:spLocks noGrp="1"/>
          </p:cNvSpPr>
          <p:nvPr>
            <p:ph type="dt" sz="half" idx="10"/>
          </p:nvPr>
        </p:nvSpPr>
        <p:spPr/>
        <p:txBody>
          <a:bodyPr/>
          <a:lstStyle/>
          <a:p>
            <a:fld id="{E54C9D96-E506-46CC-99FF-7F75BFB25687}" type="datetimeFigureOut">
              <a:rPr lang="en-IN" smtClean="0"/>
              <a:t>22-07-2025</a:t>
            </a:fld>
            <a:endParaRPr lang="en-IN"/>
          </a:p>
        </p:txBody>
      </p:sp>
      <p:sp>
        <p:nvSpPr>
          <p:cNvPr id="3" name="Footer Placeholder 2">
            <a:extLst>
              <a:ext uri="{FF2B5EF4-FFF2-40B4-BE49-F238E27FC236}">
                <a16:creationId xmlns:a16="http://schemas.microsoft.com/office/drawing/2014/main" id="{53A22A68-7019-6E01-AAE8-5D852926BAE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7022127-B946-168B-108C-8047CC65B2AA}"/>
              </a:ext>
            </a:extLst>
          </p:cNvPr>
          <p:cNvSpPr>
            <a:spLocks noGrp="1"/>
          </p:cNvSpPr>
          <p:nvPr>
            <p:ph type="sldNum" sz="quarter" idx="12"/>
          </p:nvPr>
        </p:nvSpPr>
        <p:spPr/>
        <p:txBody>
          <a:bodyPr/>
          <a:lstStyle/>
          <a:p>
            <a:fld id="{90A25A32-FDC7-47E4-B65A-75CAEA1597F5}" type="slidenum">
              <a:rPr lang="en-IN" smtClean="0"/>
              <a:t>‹#›</a:t>
            </a:fld>
            <a:endParaRPr lang="en-IN"/>
          </a:p>
        </p:txBody>
      </p:sp>
    </p:spTree>
    <p:extLst>
      <p:ext uri="{BB962C8B-B14F-4D97-AF65-F5344CB8AC3E}">
        <p14:creationId xmlns:p14="http://schemas.microsoft.com/office/powerpoint/2010/main" val="4075526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5A905-E174-2288-B34E-44948C8778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C9B9C4-74F8-3B3F-B800-E727928604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A6EA89E-F537-7FF8-6027-FDA8DE8ED6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42834A-A65B-D48D-8257-86714932DDE4}"/>
              </a:ext>
            </a:extLst>
          </p:cNvPr>
          <p:cNvSpPr>
            <a:spLocks noGrp="1"/>
          </p:cNvSpPr>
          <p:nvPr>
            <p:ph type="dt" sz="half" idx="10"/>
          </p:nvPr>
        </p:nvSpPr>
        <p:spPr/>
        <p:txBody>
          <a:bodyPr/>
          <a:lstStyle/>
          <a:p>
            <a:fld id="{E54C9D96-E506-46CC-99FF-7F75BFB25687}" type="datetimeFigureOut">
              <a:rPr lang="en-IN" smtClean="0"/>
              <a:t>22-07-2025</a:t>
            </a:fld>
            <a:endParaRPr lang="en-IN"/>
          </a:p>
        </p:txBody>
      </p:sp>
      <p:sp>
        <p:nvSpPr>
          <p:cNvPr id="6" name="Footer Placeholder 5">
            <a:extLst>
              <a:ext uri="{FF2B5EF4-FFF2-40B4-BE49-F238E27FC236}">
                <a16:creationId xmlns:a16="http://schemas.microsoft.com/office/drawing/2014/main" id="{4DA7B18D-06D0-F1BF-285C-B76CF985BB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4C7B90-BB80-F40F-45D4-CCF5B460947E}"/>
              </a:ext>
            </a:extLst>
          </p:cNvPr>
          <p:cNvSpPr>
            <a:spLocks noGrp="1"/>
          </p:cNvSpPr>
          <p:nvPr>
            <p:ph type="sldNum" sz="quarter" idx="12"/>
          </p:nvPr>
        </p:nvSpPr>
        <p:spPr/>
        <p:txBody>
          <a:bodyPr/>
          <a:lstStyle/>
          <a:p>
            <a:fld id="{90A25A32-FDC7-47E4-B65A-75CAEA1597F5}" type="slidenum">
              <a:rPr lang="en-IN" smtClean="0"/>
              <a:t>‹#›</a:t>
            </a:fld>
            <a:endParaRPr lang="en-IN"/>
          </a:p>
        </p:txBody>
      </p:sp>
    </p:spTree>
    <p:extLst>
      <p:ext uri="{BB962C8B-B14F-4D97-AF65-F5344CB8AC3E}">
        <p14:creationId xmlns:p14="http://schemas.microsoft.com/office/powerpoint/2010/main" val="2393923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58556-8592-44DC-0015-538FC2BFCA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8DE487D-5EE4-668A-663B-943DBC98F8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0604500-4F6B-7C78-4385-A0677C6CA5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C1B60F-FA56-7B14-D1BF-59BE0A3C5C01}"/>
              </a:ext>
            </a:extLst>
          </p:cNvPr>
          <p:cNvSpPr>
            <a:spLocks noGrp="1"/>
          </p:cNvSpPr>
          <p:nvPr>
            <p:ph type="dt" sz="half" idx="10"/>
          </p:nvPr>
        </p:nvSpPr>
        <p:spPr/>
        <p:txBody>
          <a:bodyPr/>
          <a:lstStyle/>
          <a:p>
            <a:fld id="{E54C9D96-E506-46CC-99FF-7F75BFB25687}" type="datetimeFigureOut">
              <a:rPr lang="en-IN" smtClean="0"/>
              <a:t>22-07-2025</a:t>
            </a:fld>
            <a:endParaRPr lang="en-IN"/>
          </a:p>
        </p:txBody>
      </p:sp>
      <p:sp>
        <p:nvSpPr>
          <p:cNvPr id="6" name="Footer Placeholder 5">
            <a:extLst>
              <a:ext uri="{FF2B5EF4-FFF2-40B4-BE49-F238E27FC236}">
                <a16:creationId xmlns:a16="http://schemas.microsoft.com/office/drawing/2014/main" id="{944860CA-4FC2-B73D-7FDA-D872D0279C6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897F68-955C-4728-32A8-759E16DF1108}"/>
              </a:ext>
            </a:extLst>
          </p:cNvPr>
          <p:cNvSpPr>
            <a:spLocks noGrp="1"/>
          </p:cNvSpPr>
          <p:nvPr>
            <p:ph type="sldNum" sz="quarter" idx="12"/>
          </p:nvPr>
        </p:nvSpPr>
        <p:spPr/>
        <p:txBody>
          <a:bodyPr/>
          <a:lstStyle/>
          <a:p>
            <a:fld id="{90A25A32-FDC7-47E4-B65A-75CAEA1597F5}" type="slidenum">
              <a:rPr lang="en-IN" smtClean="0"/>
              <a:t>‹#›</a:t>
            </a:fld>
            <a:endParaRPr lang="en-IN"/>
          </a:p>
        </p:txBody>
      </p:sp>
    </p:spTree>
    <p:extLst>
      <p:ext uri="{BB962C8B-B14F-4D97-AF65-F5344CB8AC3E}">
        <p14:creationId xmlns:p14="http://schemas.microsoft.com/office/powerpoint/2010/main" val="2537453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2F324-27E0-5166-D4E4-D0C0858045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85C451-868F-0DF1-2196-078DF47B9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D62294-DB50-F50D-7647-B7EE59F9A1D8}"/>
              </a:ext>
            </a:extLst>
          </p:cNvPr>
          <p:cNvSpPr>
            <a:spLocks noGrp="1"/>
          </p:cNvSpPr>
          <p:nvPr>
            <p:ph type="dt" sz="half" idx="10"/>
          </p:nvPr>
        </p:nvSpPr>
        <p:spPr/>
        <p:txBody>
          <a:bodyPr/>
          <a:lstStyle/>
          <a:p>
            <a:fld id="{E54C9D96-E506-46CC-99FF-7F75BFB25687}" type="datetimeFigureOut">
              <a:rPr lang="en-IN" smtClean="0"/>
              <a:t>22-07-2025</a:t>
            </a:fld>
            <a:endParaRPr lang="en-IN"/>
          </a:p>
        </p:txBody>
      </p:sp>
      <p:sp>
        <p:nvSpPr>
          <p:cNvPr id="5" name="Footer Placeholder 4">
            <a:extLst>
              <a:ext uri="{FF2B5EF4-FFF2-40B4-BE49-F238E27FC236}">
                <a16:creationId xmlns:a16="http://schemas.microsoft.com/office/drawing/2014/main" id="{1190010E-341C-DFA4-2B63-1E0E67DAFE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70A32F-4E08-24D4-6BA0-E7A145F92FBF}"/>
              </a:ext>
            </a:extLst>
          </p:cNvPr>
          <p:cNvSpPr>
            <a:spLocks noGrp="1"/>
          </p:cNvSpPr>
          <p:nvPr>
            <p:ph type="sldNum" sz="quarter" idx="12"/>
          </p:nvPr>
        </p:nvSpPr>
        <p:spPr/>
        <p:txBody>
          <a:bodyPr/>
          <a:lstStyle/>
          <a:p>
            <a:fld id="{90A25A32-FDC7-47E4-B65A-75CAEA1597F5}" type="slidenum">
              <a:rPr lang="en-IN" smtClean="0"/>
              <a:t>‹#›</a:t>
            </a:fld>
            <a:endParaRPr lang="en-IN"/>
          </a:p>
        </p:txBody>
      </p:sp>
    </p:spTree>
    <p:extLst>
      <p:ext uri="{BB962C8B-B14F-4D97-AF65-F5344CB8AC3E}">
        <p14:creationId xmlns:p14="http://schemas.microsoft.com/office/powerpoint/2010/main" val="1717997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6C20E5-6A50-FBB1-EEA5-CF85D0ACE36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598AE-4926-BA30-A9B6-D28CA22D5A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81FFF6-D26A-1FE1-39D3-56C0EE596393}"/>
              </a:ext>
            </a:extLst>
          </p:cNvPr>
          <p:cNvSpPr>
            <a:spLocks noGrp="1"/>
          </p:cNvSpPr>
          <p:nvPr>
            <p:ph type="dt" sz="half" idx="10"/>
          </p:nvPr>
        </p:nvSpPr>
        <p:spPr/>
        <p:txBody>
          <a:bodyPr/>
          <a:lstStyle/>
          <a:p>
            <a:fld id="{E54C9D96-E506-46CC-99FF-7F75BFB25687}" type="datetimeFigureOut">
              <a:rPr lang="en-IN" smtClean="0"/>
              <a:t>22-07-2025</a:t>
            </a:fld>
            <a:endParaRPr lang="en-IN"/>
          </a:p>
        </p:txBody>
      </p:sp>
      <p:sp>
        <p:nvSpPr>
          <p:cNvPr id="5" name="Footer Placeholder 4">
            <a:extLst>
              <a:ext uri="{FF2B5EF4-FFF2-40B4-BE49-F238E27FC236}">
                <a16:creationId xmlns:a16="http://schemas.microsoft.com/office/drawing/2014/main" id="{9D1C3B84-CFA5-EB52-1568-906AB1C471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DAFB9A-AD88-0DF6-869A-1ED450638A8B}"/>
              </a:ext>
            </a:extLst>
          </p:cNvPr>
          <p:cNvSpPr>
            <a:spLocks noGrp="1"/>
          </p:cNvSpPr>
          <p:nvPr>
            <p:ph type="sldNum" sz="quarter" idx="12"/>
          </p:nvPr>
        </p:nvSpPr>
        <p:spPr/>
        <p:txBody>
          <a:bodyPr/>
          <a:lstStyle/>
          <a:p>
            <a:fld id="{90A25A32-FDC7-47E4-B65A-75CAEA1597F5}" type="slidenum">
              <a:rPr lang="en-IN" smtClean="0"/>
              <a:t>‹#›</a:t>
            </a:fld>
            <a:endParaRPr lang="en-IN"/>
          </a:p>
        </p:txBody>
      </p:sp>
    </p:spTree>
    <p:extLst>
      <p:ext uri="{BB962C8B-B14F-4D97-AF65-F5344CB8AC3E}">
        <p14:creationId xmlns:p14="http://schemas.microsoft.com/office/powerpoint/2010/main" val="164701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BCC97D-8987-1D62-F5A7-F1B180A087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EAAE36-1087-163F-5F21-AFE156EF0F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DA882A-383F-1349-E335-88020C9CC3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4C9D96-E506-46CC-99FF-7F75BFB25687}" type="datetimeFigureOut">
              <a:rPr lang="en-IN" smtClean="0"/>
              <a:t>22-07-2025</a:t>
            </a:fld>
            <a:endParaRPr lang="en-IN"/>
          </a:p>
        </p:txBody>
      </p:sp>
      <p:sp>
        <p:nvSpPr>
          <p:cNvPr id="5" name="Footer Placeholder 4">
            <a:extLst>
              <a:ext uri="{FF2B5EF4-FFF2-40B4-BE49-F238E27FC236}">
                <a16:creationId xmlns:a16="http://schemas.microsoft.com/office/drawing/2014/main" id="{0B0C369D-8C1E-BBE8-1511-67454EB1188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A59655A-BCF8-1CCE-03A4-829F635903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A25A32-FDC7-47E4-B65A-75CAEA1597F5}" type="slidenum">
              <a:rPr lang="en-IN" smtClean="0"/>
              <a:t>‹#›</a:t>
            </a:fld>
            <a:endParaRPr lang="en-IN"/>
          </a:p>
        </p:txBody>
      </p:sp>
    </p:spTree>
    <p:extLst>
      <p:ext uri="{BB962C8B-B14F-4D97-AF65-F5344CB8AC3E}">
        <p14:creationId xmlns:p14="http://schemas.microsoft.com/office/powerpoint/2010/main" val="327882615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nauka.wiara.pl/doc/3721618.Skazenie-radioaktywne-Polski" TargetMode="External"/><Relationship Id="rId2" Type="http://schemas.openxmlformats.org/officeDocument/2006/relationships/image" Target="../media/image3.webp"/><Relationship Id="rId1" Type="http://schemas.openxmlformats.org/officeDocument/2006/relationships/slideLayout" Target="../slideLayouts/slideLayout9.xml"/><Relationship Id="rId5" Type="http://schemas.openxmlformats.org/officeDocument/2006/relationships/image" Target="../media/image4.jpg"/><Relationship Id="rId4" Type="http://schemas.openxmlformats.org/officeDocument/2006/relationships/hyperlink" Target="https://creativecommons.org/licenses/by/3.0/"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hyperlink" Target="https://pixabay.com/en/earth-globe-birth-new-arise-1389715/" TargetMode="Externa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www.energy.gov.in/" TargetMode="External"/><Relationship Id="rId2" Type="http://schemas.openxmlformats.org/officeDocument/2006/relationships/image" Target="../media/image14.jpg"/><Relationship Id="rId1" Type="http://schemas.openxmlformats.org/officeDocument/2006/relationships/slideLayout" Target="../slideLayouts/slideLayout7.xml"/><Relationship Id="rId6" Type="http://schemas.openxmlformats.org/officeDocument/2006/relationships/hyperlink" Target="https://www.orfonline.org/" TargetMode="External"/><Relationship Id="rId5" Type="http://schemas.openxmlformats.org/officeDocument/2006/relationships/hyperlink" Target="https://www.sciencedirect.com/" TargetMode="External"/><Relationship Id="rId4" Type="http://schemas.openxmlformats.org/officeDocument/2006/relationships/hyperlink" Target="https://www.world-nuclear.org/"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8100000" scaled="1"/>
          <a:tileRect/>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6FF7BB13-8AE4-E899-B476-EDC45C21F3A5}"/>
              </a:ext>
            </a:extLst>
          </p:cNvPr>
          <p:cNvGrpSpPr/>
          <p:nvPr/>
        </p:nvGrpSpPr>
        <p:grpSpPr>
          <a:xfrm>
            <a:off x="4610582" y="-706848"/>
            <a:ext cx="8536195" cy="7564848"/>
            <a:chOff x="4460111" y="-706848"/>
            <a:chExt cx="8536195" cy="7564848"/>
          </a:xfrm>
          <a:blipFill>
            <a:blip r:embed="rId2"/>
            <a:stretch>
              <a:fillRect/>
            </a:stretch>
          </a:blipFill>
        </p:grpSpPr>
        <p:sp>
          <p:nvSpPr>
            <p:cNvPr id="4" name="Isosceles Triangle 3">
              <a:extLst>
                <a:ext uri="{FF2B5EF4-FFF2-40B4-BE49-F238E27FC236}">
                  <a16:creationId xmlns:a16="http://schemas.microsoft.com/office/drawing/2014/main" id="{9622727B-D493-22C0-67D4-CAEAA6E1CD72}"/>
                </a:ext>
              </a:extLst>
            </p:cNvPr>
            <p:cNvSpPr/>
            <p:nvPr/>
          </p:nvSpPr>
          <p:spPr>
            <a:xfrm>
              <a:off x="5208607" y="3136739"/>
              <a:ext cx="7697165" cy="3721261"/>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Isosceles Triangle 4">
              <a:extLst>
                <a:ext uri="{FF2B5EF4-FFF2-40B4-BE49-F238E27FC236}">
                  <a16:creationId xmlns:a16="http://schemas.microsoft.com/office/drawing/2014/main" id="{7C09490C-F4B4-5AB8-6166-7EBFF10AA6E9}"/>
                </a:ext>
              </a:extLst>
            </p:cNvPr>
            <p:cNvSpPr/>
            <p:nvPr/>
          </p:nvSpPr>
          <p:spPr>
            <a:xfrm rot="16200000">
              <a:off x="7284836" y="1146529"/>
              <a:ext cx="7564848" cy="3858093"/>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Isosceles Triangle 6">
              <a:extLst>
                <a:ext uri="{FF2B5EF4-FFF2-40B4-BE49-F238E27FC236}">
                  <a16:creationId xmlns:a16="http://schemas.microsoft.com/office/drawing/2014/main" id="{07EC7034-FF0E-F987-7A4C-DF52271ED74C}"/>
                </a:ext>
              </a:extLst>
            </p:cNvPr>
            <p:cNvSpPr/>
            <p:nvPr/>
          </p:nvSpPr>
          <p:spPr>
            <a:xfrm flipV="1">
              <a:off x="4460111" y="0"/>
              <a:ext cx="7697165" cy="3721261"/>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9" name="TextBox 8">
            <a:extLst>
              <a:ext uri="{FF2B5EF4-FFF2-40B4-BE49-F238E27FC236}">
                <a16:creationId xmlns:a16="http://schemas.microsoft.com/office/drawing/2014/main" id="{3782E0F8-0BBB-CBAC-0C4A-D8724300BE6F}"/>
              </a:ext>
            </a:extLst>
          </p:cNvPr>
          <p:cNvSpPr txBox="1"/>
          <p:nvPr/>
        </p:nvSpPr>
        <p:spPr>
          <a:xfrm flipH="1">
            <a:off x="220816" y="2291644"/>
            <a:ext cx="7373073" cy="2062103"/>
          </a:xfrm>
          <a:prstGeom prst="rect">
            <a:avLst/>
          </a:prstGeom>
          <a:noFill/>
        </p:spPr>
        <p:txBody>
          <a:bodyPr wrap="square" rtlCol="0">
            <a:spAutoFit/>
          </a:bodyPr>
          <a:lstStyle/>
          <a:p>
            <a:pPr algn="ctr"/>
            <a:endParaRPr lang="en-US" sz="3200" b="1" spc="300" dirty="0">
              <a:latin typeface="Arial Rounded MT Bold" panose="020F0704030504030204" pitchFamily="34" charset="0"/>
            </a:endParaRPr>
          </a:p>
          <a:p>
            <a:pPr algn="ctr"/>
            <a:r>
              <a:rPr lang="en-US" sz="4800" b="1" dirty="0">
                <a:ln w="9525">
                  <a:solidFill>
                    <a:schemeClr val="bg1"/>
                  </a:solidFill>
                  <a:prstDash val="solid"/>
                </a:ln>
                <a:effectLst>
                  <a:outerShdw blurRad="38100" dist="38100" dir="2700000" algn="tl">
                    <a:srgbClr val="000000">
                      <a:alpha val="43137"/>
                    </a:srgbClr>
                  </a:outerShdw>
                </a:effectLst>
                <a:latin typeface="Arial Rounded MT Bold" panose="020F0704030504030204" pitchFamily="34" charset="0"/>
              </a:rPr>
              <a:t>NUCLEAR ENERGY</a:t>
            </a:r>
          </a:p>
          <a:p>
            <a:pPr algn="ctr"/>
            <a:r>
              <a:rPr lang="en-IN" sz="4800" b="1" spc="300" dirty="0">
                <a:latin typeface="Arial Rounded MT Bold" panose="020F0704030504030204" pitchFamily="34" charset="0"/>
              </a:rPr>
              <a:t>  </a:t>
            </a:r>
          </a:p>
        </p:txBody>
      </p:sp>
      <p:sp>
        <p:nvSpPr>
          <p:cNvPr id="13" name="TextBox 12">
            <a:extLst>
              <a:ext uri="{FF2B5EF4-FFF2-40B4-BE49-F238E27FC236}">
                <a16:creationId xmlns:a16="http://schemas.microsoft.com/office/drawing/2014/main" id="{3EAB5602-6023-746C-8E00-5D11C0301171}"/>
              </a:ext>
            </a:extLst>
          </p:cNvPr>
          <p:cNvSpPr txBox="1"/>
          <p:nvPr/>
        </p:nvSpPr>
        <p:spPr>
          <a:xfrm>
            <a:off x="0" y="0"/>
            <a:ext cx="3024554" cy="1631216"/>
          </a:xfrm>
          <a:prstGeom prst="rect">
            <a:avLst/>
          </a:prstGeom>
          <a:noFill/>
        </p:spPr>
        <p:txBody>
          <a:bodyPr wrap="square" rtlCol="0">
            <a:spAutoFit/>
          </a:bodyPr>
          <a:lstStyle/>
          <a:p>
            <a:r>
              <a:rPr lang="en-US" sz="2000" dirty="0">
                <a:latin typeface="Bahnschrift Condensed" panose="020B0502040204020203" pitchFamily="34" charset="0"/>
              </a:rPr>
              <a:t>MC 371</a:t>
            </a:r>
          </a:p>
          <a:p>
            <a:pPr algn="just"/>
            <a:r>
              <a:rPr lang="en-US" sz="2000" dirty="0">
                <a:latin typeface="Bahnschrift Condensed" panose="020B0502040204020203" pitchFamily="34" charset="0"/>
              </a:rPr>
              <a:t>ENVIRONMENTAL SCIENCES</a:t>
            </a:r>
          </a:p>
          <a:p>
            <a:r>
              <a:rPr lang="en-US" sz="2000" dirty="0">
                <a:latin typeface="Bahnschrift Condensed" panose="020B0502040204020203" pitchFamily="34" charset="0"/>
              </a:rPr>
              <a:t>CSE-2 BATCH, 3</a:t>
            </a:r>
            <a:r>
              <a:rPr lang="en-US" sz="2000" baseline="30000" dirty="0">
                <a:latin typeface="Bahnschrift Condensed" panose="020B0502040204020203" pitchFamily="34" charset="0"/>
              </a:rPr>
              <a:t>rd</a:t>
            </a:r>
            <a:r>
              <a:rPr lang="en-US" sz="2000" dirty="0">
                <a:latin typeface="Bahnschrift Condensed" panose="020B0502040204020203" pitchFamily="34" charset="0"/>
              </a:rPr>
              <a:t> SEMESTER, 2025</a:t>
            </a:r>
          </a:p>
          <a:p>
            <a:r>
              <a:rPr lang="en-US" sz="2000" dirty="0">
                <a:latin typeface="Bahnschrift Condensed" panose="020B0502040204020203" pitchFamily="34" charset="0"/>
              </a:rPr>
              <a:t>MCKV INSTITUTE OF ENGINEERING, HOWRAH</a:t>
            </a:r>
          </a:p>
        </p:txBody>
      </p:sp>
      <p:sp>
        <p:nvSpPr>
          <p:cNvPr id="2" name="TextBox 1">
            <a:extLst>
              <a:ext uri="{FF2B5EF4-FFF2-40B4-BE49-F238E27FC236}">
                <a16:creationId xmlns:a16="http://schemas.microsoft.com/office/drawing/2014/main" id="{03812832-C5AE-058F-27AE-4137BC863FB4}"/>
              </a:ext>
            </a:extLst>
          </p:cNvPr>
          <p:cNvSpPr txBox="1"/>
          <p:nvPr/>
        </p:nvSpPr>
        <p:spPr>
          <a:xfrm>
            <a:off x="2881710" y="4068557"/>
            <a:ext cx="4206240" cy="800219"/>
          </a:xfrm>
          <a:prstGeom prst="rect">
            <a:avLst/>
          </a:prstGeom>
          <a:noFill/>
        </p:spPr>
        <p:txBody>
          <a:bodyPr wrap="square" rtlCol="0">
            <a:spAutoFit/>
          </a:bodyPr>
          <a:lstStyle/>
          <a:p>
            <a:r>
              <a:rPr lang="en-US" dirty="0">
                <a:latin typeface="Amasis MT Pro Black" panose="02040A04050005020304" pitchFamily="18" charset="0"/>
              </a:rPr>
              <a:t>~ </a:t>
            </a:r>
            <a:r>
              <a:rPr lang="en-US" sz="2800" dirty="0">
                <a:latin typeface="Bahnschrift Condensed" panose="020B0502040204020203" pitchFamily="34" charset="0"/>
              </a:rPr>
              <a:t>PRESENTED BY GROUP 5</a:t>
            </a:r>
          </a:p>
          <a:p>
            <a:r>
              <a:rPr lang="en-US" dirty="0">
                <a:latin typeface="Bahnschrift Condensed" panose="020B0502040204020203" pitchFamily="34" charset="0"/>
              </a:rPr>
              <a:t>(ROLL NO. 118,119,120,121,122,123,124,125,126,127,149)</a:t>
            </a:r>
            <a:endParaRPr lang="en-IN" dirty="0">
              <a:latin typeface="Bahnschrift Condensed" panose="020B0502040204020203" pitchFamily="34" charset="0"/>
            </a:endParaRPr>
          </a:p>
        </p:txBody>
      </p:sp>
      <p:pic>
        <p:nvPicPr>
          <p:cNvPr id="11" name="Picture 10" descr="A logo for a company&#10;&#10;AI-generated content may be incorrect.">
            <a:extLst>
              <a:ext uri="{FF2B5EF4-FFF2-40B4-BE49-F238E27FC236}">
                <a16:creationId xmlns:a16="http://schemas.microsoft.com/office/drawing/2014/main" id="{B9F9AEB1-2C65-3BF2-CAC9-C8720B9BFA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2408" y="300558"/>
            <a:ext cx="1026941" cy="103009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1338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3A2BE-17EC-95CB-9FCF-649E28E3A02F}"/>
              </a:ext>
            </a:extLst>
          </p:cNvPr>
          <p:cNvSpPr>
            <a:spLocks noGrp="1"/>
          </p:cNvSpPr>
          <p:nvPr>
            <p:ph type="title"/>
          </p:nvPr>
        </p:nvSpPr>
        <p:spPr>
          <a:xfrm>
            <a:off x="122950" y="459470"/>
            <a:ext cx="5810491" cy="1059084"/>
          </a:xfrm>
        </p:spPr>
        <p:txBody>
          <a:bodyPr>
            <a:normAutofit/>
          </a:bodyPr>
          <a:lstStyle/>
          <a:p>
            <a:pPr algn="ctr"/>
            <a:r>
              <a:rPr lang="en-US" sz="4800" b="1" dirty="0">
                <a:latin typeface="Aparajita" panose="02020603050405020304" pitchFamily="18" charset="0"/>
                <a:cs typeface="Aparajita" panose="02020603050405020304" pitchFamily="18" charset="0"/>
              </a:rPr>
              <a:t> </a:t>
            </a:r>
            <a:endParaRPr lang="en-IN" sz="4800" b="1" dirty="0">
              <a:effectLst>
                <a:outerShdw blurRad="38100" dist="38100" dir="2700000" algn="tl">
                  <a:srgbClr val="000000">
                    <a:alpha val="43137"/>
                  </a:srgbClr>
                </a:outerShdw>
              </a:effectLst>
              <a:latin typeface="Amasis MT Pro Black" panose="02040A04050005020304" pitchFamily="18" charset="0"/>
              <a:cs typeface="Aparajita" panose="02020603050405020304" pitchFamily="18" charset="0"/>
            </a:endParaRPr>
          </a:p>
        </p:txBody>
      </p:sp>
      <p:pic>
        <p:nvPicPr>
          <p:cNvPr id="6" name="Picture Placeholder 5">
            <a:extLst>
              <a:ext uri="{FF2B5EF4-FFF2-40B4-BE49-F238E27FC236}">
                <a16:creationId xmlns:a16="http://schemas.microsoft.com/office/drawing/2014/main" id="{E9E586C8-96B6-84CE-D520-FF3AEA440B7F}"/>
              </a:ext>
            </a:extLst>
          </p:cNvPr>
          <p:cNvPicPr>
            <a:picLocks noGrp="1" noChangeAspect="1"/>
          </p:cNvPicPr>
          <p:nvPr>
            <p:ph type="pic"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7943" r="7943"/>
          <a:stretch>
            <a:fillRect/>
          </a:stretch>
        </p:blipFill>
        <p:spPr>
          <a:xfrm>
            <a:off x="6272450" y="0"/>
            <a:ext cx="5933440" cy="6858000"/>
          </a:xfrm>
        </p:spPr>
      </p:pic>
      <p:sp>
        <p:nvSpPr>
          <p:cNvPr id="7" name="TextBox 6">
            <a:extLst>
              <a:ext uri="{FF2B5EF4-FFF2-40B4-BE49-F238E27FC236}">
                <a16:creationId xmlns:a16="http://schemas.microsoft.com/office/drawing/2014/main" id="{C0840975-6316-E1B9-B519-2C1850DF79B7}"/>
              </a:ext>
            </a:extLst>
          </p:cNvPr>
          <p:cNvSpPr txBox="1"/>
          <p:nvPr/>
        </p:nvSpPr>
        <p:spPr>
          <a:xfrm>
            <a:off x="6597569" y="5861050"/>
            <a:ext cx="6655443" cy="230832"/>
          </a:xfrm>
          <a:prstGeom prst="rect">
            <a:avLst/>
          </a:prstGeom>
          <a:noFill/>
        </p:spPr>
        <p:txBody>
          <a:bodyPr wrap="square" rtlCol="0">
            <a:spAutoFit/>
          </a:bodyPr>
          <a:lstStyle/>
          <a:p>
            <a:r>
              <a:rPr lang="en-IN" sz="900">
                <a:hlinkClick r:id="rId3" tooltip="http://nauka.wiara.pl/doc/3721618.Skazenie-radioaktywne-Polski"/>
              </a:rPr>
              <a:t>This Photo</a:t>
            </a:r>
            <a:r>
              <a:rPr lang="en-IN" sz="900"/>
              <a:t> by Unknown Author is licensed under </a:t>
            </a:r>
            <a:r>
              <a:rPr lang="en-IN" sz="900">
                <a:hlinkClick r:id="rId4" tooltip="https://creativecommons.org/licenses/by/3.0/"/>
              </a:rPr>
              <a:t>CC BY</a:t>
            </a:r>
            <a:endParaRPr lang="en-IN" sz="900"/>
          </a:p>
        </p:txBody>
      </p:sp>
      <p:pic>
        <p:nvPicPr>
          <p:cNvPr id="9" name="Picture 8" descr="A white surface with a black spot&#10;&#10;AI-generated content may be incorrect.">
            <a:extLst>
              <a:ext uri="{FF2B5EF4-FFF2-40B4-BE49-F238E27FC236}">
                <a16:creationId xmlns:a16="http://schemas.microsoft.com/office/drawing/2014/main" id="{66D1BCE8-876E-9987-A812-9F930D6D51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6272450" cy="6858000"/>
          </a:xfrm>
          <a:prstGeom prst="rect">
            <a:avLst/>
          </a:prstGeom>
        </p:spPr>
      </p:pic>
      <p:sp>
        <p:nvSpPr>
          <p:cNvPr id="10" name="TextBox 9">
            <a:extLst>
              <a:ext uri="{FF2B5EF4-FFF2-40B4-BE49-F238E27FC236}">
                <a16:creationId xmlns:a16="http://schemas.microsoft.com/office/drawing/2014/main" id="{138A5461-6467-FF58-7CC9-953B1BCE11EE}"/>
              </a:ext>
            </a:extLst>
          </p:cNvPr>
          <p:cNvSpPr txBox="1"/>
          <p:nvPr/>
        </p:nvSpPr>
        <p:spPr>
          <a:xfrm>
            <a:off x="407963" y="351692"/>
            <a:ext cx="5416062" cy="861774"/>
          </a:xfrm>
          <a:prstGeom prst="rect">
            <a:avLst/>
          </a:prstGeom>
          <a:noFill/>
        </p:spPr>
        <p:txBody>
          <a:bodyPr wrap="square" rtlCol="0">
            <a:spAutoFit/>
          </a:bodyPr>
          <a:lstStyle/>
          <a:p>
            <a:pPr algn="ctr"/>
            <a:r>
              <a:rPr lang="en-US" sz="3200" b="1" dirty="0">
                <a:effectLst>
                  <a:outerShdw blurRad="38100" dist="38100" dir="2700000" algn="tl">
                    <a:srgbClr val="000000">
                      <a:alpha val="43137"/>
                    </a:srgbClr>
                  </a:outerShdw>
                </a:effectLst>
                <a:latin typeface="Amasis MT Pro Black" panose="02040A04050005020304" pitchFamily="18" charset="0"/>
                <a:cs typeface="Aparajita" panose="02020603050405020304" pitchFamily="18" charset="0"/>
              </a:rPr>
              <a:t>What is Nuclear Energy?</a:t>
            </a:r>
            <a:endParaRPr lang="en-IN" sz="3200" dirty="0"/>
          </a:p>
          <a:p>
            <a:endParaRPr lang="en-IN" dirty="0"/>
          </a:p>
        </p:txBody>
      </p:sp>
      <p:sp>
        <p:nvSpPr>
          <p:cNvPr id="11" name="TextBox 10">
            <a:extLst>
              <a:ext uri="{FF2B5EF4-FFF2-40B4-BE49-F238E27FC236}">
                <a16:creationId xmlns:a16="http://schemas.microsoft.com/office/drawing/2014/main" id="{DE12C8D4-8539-543C-36CC-ED63A6FD54FD}"/>
              </a:ext>
            </a:extLst>
          </p:cNvPr>
          <p:cNvSpPr txBox="1"/>
          <p:nvPr/>
        </p:nvSpPr>
        <p:spPr>
          <a:xfrm>
            <a:off x="407963" y="1957039"/>
            <a:ext cx="5416062" cy="3539430"/>
          </a:xfrm>
          <a:prstGeom prst="rect">
            <a:avLst/>
          </a:prstGeom>
          <a:noFill/>
        </p:spPr>
        <p:txBody>
          <a:bodyPr wrap="square" rtlCol="0">
            <a:spAutoFit/>
          </a:bodyPr>
          <a:lstStyle/>
          <a:p>
            <a:pPr marL="285750" indent="-285750">
              <a:buFont typeface="Wingdings" panose="05000000000000000000" pitchFamily="2" charset="2"/>
              <a:buChar char="q"/>
            </a:pPr>
            <a:r>
              <a:rPr lang="en-US"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Energy released from the </a:t>
            </a:r>
            <a:r>
              <a:rPr lang="en-US" sz="3200" dirty="0" err="1">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nucleas</a:t>
            </a:r>
            <a:r>
              <a:rPr lang="en-US"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 of atoms during nuclear reactions.</a:t>
            </a:r>
          </a:p>
          <a:p>
            <a:pPr marL="285750" indent="-285750">
              <a:buFont typeface="Wingdings" panose="05000000000000000000" pitchFamily="2" charset="2"/>
              <a:buChar char="q"/>
            </a:pPr>
            <a:r>
              <a:rPr lang="en-US"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Originates from splitting (fission) or combining (fusion) atomic nuclei.</a:t>
            </a:r>
          </a:p>
          <a:p>
            <a:pPr marL="285750" indent="-285750">
              <a:buFont typeface="Wingdings" panose="05000000000000000000" pitchFamily="2" charset="2"/>
              <a:buChar char="q"/>
            </a:pPr>
            <a:r>
              <a:rPr lang="en-US"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Produces a large amount of energy with very low greenhouse gas emissions</a:t>
            </a:r>
            <a:endParaRPr lang="en-IN" sz="32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723327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C0CC23-D858-3EAA-D704-515EAAE815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graphicFrame>
        <p:nvGraphicFramePr>
          <p:cNvPr id="2" name="Table 1">
            <a:extLst>
              <a:ext uri="{FF2B5EF4-FFF2-40B4-BE49-F238E27FC236}">
                <a16:creationId xmlns:a16="http://schemas.microsoft.com/office/drawing/2014/main" id="{251BCBE8-8F5D-8417-AC66-A404AB8BA24A}"/>
              </a:ext>
            </a:extLst>
          </p:cNvPr>
          <p:cNvGraphicFramePr>
            <a:graphicFrameLocks noGrp="1"/>
          </p:cNvGraphicFramePr>
          <p:nvPr>
            <p:extLst>
              <p:ext uri="{D42A27DB-BD31-4B8C-83A1-F6EECF244321}">
                <p14:modId xmlns:p14="http://schemas.microsoft.com/office/powerpoint/2010/main" val="4056086483"/>
              </p:ext>
            </p:extLst>
          </p:nvPr>
        </p:nvGraphicFramePr>
        <p:xfrm>
          <a:off x="0" y="0"/>
          <a:ext cx="12192000" cy="74066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881974424"/>
                    </a:ext>
                  </a:extLst>
                </a:gridCol>
                <a:gridCol w="2032000">
                  <a:extLst>
                    <a:ext uri="{9D8B030D-6E8A-4147-A177-3AD203B41FA5}">
                      <a16:colId xmlns:a16="http://schemas.microsoft.com/office/drawing/2014/main" val="1636069159"/>
                    </a:ext>
                  </a:extLst>
                </a:gridCol>
                <a:gridCol w="2032000">
                  <a:extLst>
                    <a:ext uri="{9D8B030D-6E8A-4147-A177-3AD203B41FA5}">
                      <a16:colId xmlns:a16="http://schemas.microsoft.com/office/drawing/2014/main" val="1744751964"/>
                    </a:ext>
                  </a:extLst>
                </a:gridCol>
                <a:gridCol w="2032000">
                  <a:extLst>
                    <a:ext uri="{9D8B030D-6E8A-4147-A177-3AD203B41FA5}">
                      <a16:colId xmlns:a16="http://schemas.microsoft.com/office/drawing/2014/main" val="3802786106"/>
                    </a:ext>
                  </a:extLst>
                </a:gridCol>
                <a:gridCol w="2032000">
                  <a:extLst>
                    <a:ext uri="{9D8B030D-6E8A-4147-A177-3AD203B41FA5}">
                      <a16:colId xmlns:a16="http://schemas.microsoft.com/office/drawing/2014/main" val="1677608698"/>
                    </a:ext>
                  </a:extLst>
                </a:gridCol>
                <a:gridCol w="2032000">
                  <a:extLst>
                    <a:ext uri="{9D8B030D-6E8A-4147-A177-3AD203B41FA5}">
                      <a16:colId xmlns:a16="http://schemas.microsoft.com/office/drawing/2014/main" val="4089621452"/>
                    </a:ext>
                  </a:extLst>
                </a:gridCol>
              </a:tblGrid>
              <a:tr h="1371600">
                <a:tc>
                  <a:txBody>
                    <a:bodyPr/>
                    <a:lstStyle/>
                    <a:p>
                      <a:endParaRPr lang="en-IN"/>
                    </a:p>
                  </a:txBody>
                  <a:tcP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dirty="0"/>
                    </a:p>
                  </a:txBody>
                  <a:tcP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8585620"/>
                  </a:ext>
                </a:extLst>
              </a:tr>
              <a:tr h="1371600">
                <a:tc>
                  <a:txBody>
                    <a:bodyPr/>
                    <a:lstStyle/>
                    <a:p>
                      <a:endParaRPr lang="en-IN" dirty="0"/>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rowSpan="3" gridSpan="4">
                  <a:txBody>
                    <a:bodyPr/>
                    <a:lstStyle/>
                    <a:p>
                      <a:pPr marL="0" indent="0" algn="ctr">
                        <a:buFont typeface="Wingdings" panose="05000000000000000000" pitchFamily="2" charset="2"/>
                        <a:buNone/>
                      </a:pPr>
                      <a:r>
                        <a:rPr lang="en-US" sz="2800" u="none" dirty="0">
                          <a:latin typeface="Amasis MT Pro Black" panose="02040A04050005020304" pitchFamily="18" charset="0"/>
                        </a:rPr>
                        <a:t>Types of Nuclear Reactions</a:t>
                      </a:r>
                    </a:p>
                    <a:p>
                      <a:pPr marL="285750" indent="-285750">
                        <a:buFont typeface="Wingdings" panose="05000000000000000000" pitchFamily="2" charset="2"/>
                        <a:buChar char="§"/>
                      </a:pPr>
                      <a:endParaRPr lang="en-US" sz="2400" u="none" dirty="0"/>
                    </a:p>
                    <a:p>
                      <a:pPr marL="285750" indent="-285750">
                        <a:buFont typeface="Wingdings" panose="05000000000000000000" pitchFamily="2" charset="2"/>
                        <a:buChar char="§"/>
                      </a:pPr>
                      <a:endParaRPr lang="en-US" sz="2400" u="none" dirty="0"/>
                    </a:p>
                    <a:p>
                      <a:pPr marL="285750" indent="-285750" algn="l">
                        <a:buFont typeface="Wingdings" panose="05000000000000000000" pitchFamily="2" charset="2"/>
                        <a:buChar char="§"/>
                      </a:pPr>
                      <a:r>
                        <a:rPr lang="en-US" sz="2800" b="1" u="sng" dirty="0">
                          <a:latin typeface="Bahnschrift Condensed" panose="020B0502040204020203" pitchFamily="34" charset="0"/>
                          <a:cs typeface="Aparajita" panose="02020603050405020304" pitchFamily="18" charset="0"/>
                        </a:rPr>
                        <a:t>Nuclear Fission</a:t>
                      </a:r>
                      <a:r>
                        <a:rPr lang="en-US" sz="2800" u="none" dirty="0">
                          <a:latin typeface="Aparajita" panose="02020603050405020304" pitchFamily="18" charset="0"/>
                          <a:cs typeface="Aparajita" panose="02020603050405020304" pitchFamily="18" charset="0"/>
                        </a:rPr>
                        <a:t>: Splitting of heavy nuclei(e.g. Uranium-235).</a:t>
                      </a:r>
                    </a:p>
                    <a:p>
                      <a:pPr marL="285750" indent="-285750" algn="l">
                        <a:buFont typeface="Wingdings" panose="05000000000000000000" pitchFamily="2" charset="2"/>
                        <a:buChar char="§"/>
                      </a:pPr>
                      <a:endParaRPr lang="en-US" sz="2800" u="none" dirty="0">
                        <a:latin typeface="Aparajita" panose="02020603050405020304" pitchFamily="18" charset="0"/>
                        <a:cs typeface="Aparajita" panose="02020603050405020304" pitchFamily="18" charset="0"/>
                      </a:endParaRPr>
                    </a:p>
                    <a:p>
                      <a:pPr marL="285750" indent="-285750" algn="l">
                        <a:buFont typeface="Wingdings" panose="05000000000000000000" pitchFamily="2" charset="2"/>
                        <a:buChar char="§"/>
                      </a:pPr>
                      <a:r>
                        <a:rPr lang="en-US" sz="2800" b="1" u="sng" dirty="0">
                          <a:latin typeface="Bahnschrift Condensed" panose="020B0502040204020203" pitchFamily="34" charset="0"/>
                          <a:cs typeface="Aparajita" panose="02020603050405020304" pitchFamily="18" charset="0"/>
                        </a:rPr>
                        <a:t>Nuclear Fusion</a:t>
                      </a:r>
                      <a:r>
                        <a:rPr lang="en-US" sz="2800" u="none" dirty="0">
                          <a:latin typeface="Aparajita" panose="02020603050405020304" pitchFamily="18" charset="0"/>
                          <a:cs typeface="Aparajita" panose="02020603050405020304" pitchFamily="18" charset="0"/>
                        </a:rPr>
                        <a:t>: Combining of light nuclei(e.g. Hydrogen isotopes).</a:t>
                      </a:r>
                    </a:p>
                    <a:p>
                      <a:pPr marL="0" indent="0" algn="l">
                        <a:buFont typeface="Wingdings" panose="05000000000000000000" pitchFamily="2" charset="2"/>
                        <a:buNone/>
                      </a:pPr>
                      <a:endParaRPr lang="en-US" sz="2800" u="none" dirty="0">
                        <a:latin typeface="Aparajita" panose="02020603050405020304" pitchFamily="18" charset="0"/>
                        <a:cs typeface="Aparajita" panose="02020603050405020304" pitchFamily="18" charset="0"/>
                      </a:endParaRPr>
                    </a:p>
                    <a:p>
                      <a:pPr marL="0" indent="0" algn="l">
                        <a:buFont typeface="Wingdings" panose="05000000000000000000" pitchFamily="2" charset="2"/>
                        <a:buNone/>
                      </a:pPr>
                      <a:endParaRPr lang="en-US" sz="2800" u="none" dirty="0">
                        <a:latin typeface="Aparajita" panose="02020603050405020304" pitchFamily="18" charset="0"/>
                        <a:cs typeface="Aparajita" panose="02020603050405020304" pitchFamily="18" charset="0"/>
                      </a:endParaRPr>
                    </a:p>
                    <a:p>
                      <a:pPr marL="285750" indent="-285750" algn="l">
                        <a:buFont typeface="Wingdings" panose="05000000000000000000" pitchFamily="2" charset="2"/>
                        <a:buChar char="q"/>
                      </a:pPr>
                      <a:endParaRPr lang="en-US" sz="2800" u="none" dirty="0">
                        <a:latin typeface="Aparajita" panose="02020603050405020304" pitchFamily="18" charset="0"/>
                        <a:cs typeface="Aparajita" panose="02020603050405020304" pitchFamily="18" charset="0"/>
                      </a:endParaRPr>
                    </a:p>
                    <a:p>
                      <a:pPr marL="457200" indent="-457200" algn="l">
                        <a:buFont typeface="Wingdings" panose="05000000000000000000" pitchFamily="2" charset="2"/>
                        <a:buChar char="q"/>
                      </a:pPr>
                      <a:r>
                        <a:rPr lang="en-US" sz="2800" u="none" dirty="0">
                          <a:latin typeface="Aparajita" panose="02020603050405020304" pitchFamily="18" charset="0"/>
                          <a:cs typeface="Aparajita" panose="02020603050405020304" pitchFamily="18" charset="0"/>
                        </a:rPr>
                        <a:t>Currently only Fission is used commercially.</a:t>
                      </a:r>
                      <a:endParaRPr lang="en-IN" sz="2800" u="none" dirty="0">
                        <a:latin typeface="Aparajita" panose="02020603050405020304" pitchFamily="18" charset="0"/>
                        <a:cs typeface="Aparajita"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gradFill>
                      <a:gsLst>
                        <a:gs pos="0">
                          <a:schemeClr val="bg1">
                            <a:shade val="30000"/>
                            <a:satMod val="115000"/>
                            <a:alpha val="0"/>
                          </a:schemeClr>
                        </a:gs>
                        <a:gs pos="50000">
                          <a:schemeClr val="bg1">
                            <a:shade val="67500"/>
                            <a:satMod val="115000"/>
                          </a:schemeClr>
                        </a:gs>
                        <a:gs pos="100000">
                          <a:schemeClr val="bg1">
                            <a:shade val="100000"/>
                            <a:satMod val="115000"/>
                          </a:schemeClr>
                        </a:gs>
                      </a:gsLst>
                      <a:path path="circle">
                        <a:fillToRect l="50000" t="50000" r="50000" b="50000"/>
                      </a:path>
                    </a:gradFill>
                  </a:tcPr>
                </a:tc>
                <a:tc rowSpan="3" h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27BB9"/>
                    </a:solidFill>
                  </a:tcPr>
                </a:tc>
                <a:tc rowSpan="3" h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27BB9"/>
                    </a:solidFill>
                  </a:tcPr>
                </a:tc>
                <a:tc rowSpan="3" h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IN"/>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2175670"/>
                  </a:ext>
                </a:extLst>
              </a:tr>
              <a:tr h="1371600">
                <a:tc>
                  <a:txBody>
                    <a:bodyPr/>
                    <a:lstStyle/>
                    <a:p>
                      <a:endParaRPr lang="en-IN"/>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v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v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v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v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IN"/>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6801752"/>
                  </a:ext>
                </a:extLst>
              </a:tr>
              <a:tr h="1371600">
                <a:tc>
                  <a:txBody>
                    <a:bodyPr/>
                    <a:lstStyle/>
                    <a:p>
                      <a:endParaRPr lang="en-IN"/>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vMerge="1">
                  <a:txBody>
                    <a:bodyPr/>
                    <a:lstStyle/>
                    <a:p>
                      <a:endParaRPr lang="en-IN"/>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v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v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hMerge="1" vMerge="1">
                  <a:txBody>
                    <a:bodyPr/>
                    <a:lstStyle/>
                    <a:p>
                      <a:endParaRPr lang="en-IN"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endParaRPr lang="en-IN"/>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9698372"/>
                  </a:ext>
                </a:extLst>
              </a:tr>
              <a:tr h="1371600">
                <a:tc>
                  <a:txBody>
                    <a:bodyPr/>
                    <a:lstStyle/>
                    <a:p>
                      <a:endParaRPr lang="en-IN"/>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endParaRPr lang="en-IN" dirty="0"/>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767409072"/>
                  </a:ext>
                </a:extLst>
              </a:tr>
            </a:tbl>
          </a:graphicData>
        </a:graphic>
      </p:graphicFrame>
    </p:spTree>
    <p:extLst>
      <p:ext uri="{BB962C8B-B14F-4D97-AF65-F5344CB8AC3E}">
        <p14:creationId xmlns:p14="http://schemas.microsoft.com/office/powerpoint/2010/main" val="4162567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3" name="Picture 22" descr="Abstract background of node and mesh">
            <a:extLst>
              <a:ext uri="{FF2B5EF4-FFF2-40B4-BE49-F238E27FC236}">
                <a16:creationId xmlns:a16="http://schemas.microsoft.com/office/drawing/2014/main" id="{6C0AB7D4-8E34-0769-AD07-F9AB6404D4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A08AB46D-B501-A372-EC24-C0C12113CFC7}"/>
              </a:ext>
            </a:extLst>
          </p:cNvPr>
          <p:cNvSpPr txBox="1"/>
          <p:nvPr/>
        </p:nvSpPr>
        <p:spPr>
          <a:xfrm>
            <a:off x="2103120" y="294640"/>
            <a:ext cx="8940800" cy="1261884"/>
          </a:xfrm>
          <a:prstGeom prst="rect">
            <a:avLst/>
          </a:prstGeom>
          <a:noFill/>
        </p:spPr>
        <p:txBody>
          <a:bodyPr wrap="square" rtlCol="0">
            <a:spAutoFit/>
          </a:bodyPr>
          <a:lstStyle/>
          <a:p>
            <a:pPr algn="ctr"/>
            <a:endParaRPr lang="en-US" dirty="0"/>
          </a:p>
          <a:p>
            <a:pPr algn="ctr"/>
            <a:r>
              <a:rPr lang="en-US" sz="4000" b="1" dirty="0">
                <a:solidFill>
                  <a:schemeClr val="accent1">
                    <a:lumMod val="20000"/>
                    <a:lumOff val="80000"/>
                  </a:schemeClr>
                </a:solidFill>
                <a:effectLst>
                  <a:outerShdw blurRad="38100" dist="38100" dir="2700000" algn="tl">
                    <a:srgbClr val="000000">
                      <a:alpha val="43137"/>
                    </a:srgbClr>
                  </a:outerShdw>
                </a:effectLst>
                <a:latin typeface="Berlin Sans FB Demi" panose="020E0802020502020306" pitchFamily="34" charset="0"/>
              </a:rPr>
              <a:t>How Nuclear Power Works ?</a:t>
            </a:r>
          </a:p>
          <a:p>
            <a:pPr algn="ctr"/>
            <a:endParaRPr lang="en-IN" dirty="0"/>
          </a:p>
        </p:txBody>
      </p:sp>
      <p:sp>
        <p:nvSpPr>
          <p:cNvPr id="3" name="Rectangle: Rounded Corners 2">
            <a:extLst>
              <a:ext uri="{FF2B5EF4-FFF2-40B4-BE49-F238E27FC236}">
                <a16:creationId xmlns:a16="http://schemas.microsoft.com/office/drawing/2014/main" id="{483A5440-AD6B-B084-F7D2-0D93DE154076}"/>
              </a:ext>
            </a:extLst>
          </p:cNvPr>
          <p:cNvSpPr/>
          <p:nvPr/>
        </p:nvSpPr>
        <p:spPr>
          <a:xfrm>
            <a:off x="1463040" y="2228076"/>
            <a:ext cx="1696720" cy="1137920"/>
          </a:xfrm>
          <a:prstGeom prst="roundRect">
            <a:avLst>
              <a:gd name="adj" fmla="val 42199"/>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chemeClr val="tx1"/>
                </a:solidFill>
                <a:latin typeface="Arial Black" panose="020B0A04020102020204" pitchFamily="34" charset="0"/>
              </a:rPr>
              <a:t>Fuel Rods</a:t>
            </a:r>
            <a:endParaRPr lang="en-IN" dirty="0">
              <a:solidFill>
                <a:schemeClr val="tx1"/>
              </a:solidFill>
              <a:latin typeface="Arial Black" panose="020B0A04020102020204" pitchFamily="34" charset="0"/>
            </a:endParaRPr>
          </a:p>
        </p:txBody>
      </p:sp>
      <p:sp>
        <p:nvSpPr>
          <p:cNvPr id="4" name="Rectangle: Rounded Corners 3">
            <a:extLst>
              <a:ext uri="{FF2B5EF4-FFF2-40B4-BE49-F238E27FC236}">
                <a16:creationId xmlns:a16="http://schemas.microsoft.com/office/drawing/2014/main" id="{0A26F985-FC9D-2A3F-357E-23E3DEB0C3DC}"/>
              </a:ext>
            </a:extLst>
          </p:cNvPr>
          <p:cNvSpPr/>
          <p:nvPr/>
        </p:nvSpPr>
        <p:spPr>
          <a:xfrm>
            <a:off x="9890760" y="4945877"/>
            <a:ext cx="1696720" cy="1137920"/>
          </a:xfrm>
          <a:prstGeom prst="roundRect">
            <a:avLst>
              <a:gd name="adj" fmla="val 42199"/>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chemeClr val="tx1"/>
                </a:solidFill>
                <a:latin typeface="Arial Black" panose="020B0A04020102020204" pitchFamily="34" charset="0"/>
              </a:rPr>
              <a:t>Turbine</a:t>
            </a:r>
            <a:endParaRPr lang="en-IN" dirty="0">
              <a:solidFill>
                <a:schemeClr val="tx1"/>
              </a:solidFill>
              <a:latin typeface="Arial Black" panose="020B0A04020102020204" pitchFamily="34" charset="0"/>
            </a:endParaRPr>
          </a:p>
        </p:txBody>
      </p:sp>
      <p:sp>
        <p:nvSpPr>
          <p:cNvPr id="5" name="Rectangle: Rounded Corners 4">
            <a:extLst>
              <a:ext uri="{FF2B5EF4-FFF2-40B4-BE49-F238E27FC236}">
                <a16:creationId xmlns:a16="http://schemas.microsoft.com/office/drawing/2014/main" id="{8EE12A84-1BA6-CB7A-5AE3-4B1FEA024443}"/>
              </a:ext>
            </a:extLst>
          </p:cNvPr>
          <p:cNvSpPr/>
          <p:nvPr/>
        </p:nvSpPr>
        <p:spPr>
          <a:xfrm>
            <a:off x="5568950" y="4984474"/>
            <a:ext cx="1696720" cy="1137920"/>
          </a:xfrm>
          <a:prstGeom prst="roundRect">
            <a:avLst>
              <a:gd name="adj" fmla="val 42199"/>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600" dirty="0">
                <a:solidFill>
                  <a:schemeClr val="tx1"/>
                </a:solidFill>
                <a:latin typeface="Arial Black" panose="020B0A04020102020204" pitchFamily="34" charset="0"/>
              </a:rPr>
              <a:t>Generator</a:t>
            </a:r>
            <a:endParaRPr lang="en-IN" sz="1600" dirty="0">
              <a:solidFill>
                <a:schemeClr val="tx1"/>
              </a:solidFill>
              <a:latin typeface="Arial Black" panose="020B0A04020102020204" pitchFamily="34" charset="0"/>
            </a:endParaRPr>
          </a:p>
        </p:txBody>
      </p:sp>
      <p:sp>
        <p:nvSpPr>
          <p:cNvPr id="6" name="Rectangle: Rounded Corners 5">
            <a:extLst>
              <a:ext uri="{FF2B5EF4-FFF2-40B4-BE49-F238E27FC236}">
                <a16:creationId xmlns:a16="http://schemas.microsoft.com/office/drawing/2014/main" id="{63C0A197-3F04-87E2-FB64-06333297C092}"/>
              </a:ext>
            </a:extLst>
          </p:cNvPr>
          <p:cNvSpPr/>
          <p:nvPr/>
        </p:nvSpPr>
        <p:spPr>
          <a:xfrm>
            <a:off x="5568950" y="2228076"/>
            <a:ext cx="1696720" cy="1137920"/>
          </a:xfrm>
          <a:prstGeom prst="roundRect">
            <a:avLst>
              <a:gd name="adj" fmla="val 42199"/>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chemeClr val="tx1"/>
                </a:solidFill>
                <a:latin typeface="Arial Black" panose="020B0A04020102020204" pitchFamily="34" charset="0"/>
              </a:rPr>
              <a:t>Nuclear </a:t>
            </a:r>
          </a:p>
          <a:p>
            <a:pPr algn="ctr"/>
            <a:r>
              <a:rPr lang="en-US" dirty="0">
                <a:solidFill>
                  <a:schemeClr val="tx1"/>
                </a:solidFill>
                <a:latin typeface="Arial Black" panose="020B0A04020102020204" pitchFamily="34" charset="0"/>
              </a:rPr>
              <a:t>Reactor</a:t>
            </a:r>
            <a:endParaRPr lang="en-IN" dirty="0">
              <a:solidFill>
                <a:schemeClr val="tx1"/>
              </a:solidFill>
              <a:latin typeface="Arial Black" panose="020B0A04020102020204" pitchFamily="34" charset="0"/>
            </a:endParaRPr>
          </a:p>
        </p:txBody>
      </p:sp>
      <p:sp>
        <p:nvSpPr>
          <p:cNvPr id="7" name="Rectangle: Rounded Corners 6">
            <a:extLst>
              <a:ext uri="{FF2B5EF4-FFF2-40B4-BE49-F238E27FC236}">
                <a16:creationId xmlns:a16="http://schemas.microsoft.com/office/drawing/2014/main" id="{ADDE26C9-F0FB-C5C8-B4B9-BE8267026743}"/>
              </a:ext>
            </a:extLst>
          </p:cNvPr>
          <p:cNvSpPr/>
          <p:nvPr/>
        </p:nvSpPr>
        <p:spPr>
          <a:xfrm>
            <a:off x="9890760" y="2228076"/>
            <a:ext cx="1696720" cy="1137920"/>
          </a:xfrm>
          <a:prstGeom prst="roundRect">
            <a:avLst>
              <a:gd name="adj" fmla="val 42199"/>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solidFill>
                  <a:schemeClr val="tx1"/>
                </a:solidFill>
                <a:latin typeface="Arial Black" panose="020B0A04020102020204" pitchFamily="34" charset="0"/>
              </a:rPr>
              <a:t>Steam</a:t>
            </a:r>
            <a:endParaRPr lang="en-IN" dirty="0">
              <a:solidFill>
                <a:schemeClr val="tx1"/>
              </a:solidFill>
              <a:latin typeface="Arial Black" panose="020B0A04020102020204" pitchFamily="34" charset="0"/>
            </a:endParaRPr>
          </a:p>
        </p:txBody>
      </p:sp>
      <p:sp>
        <p:nvSpPr>
          <p:cNvPr id="8" name="Arrow: Right 7">
            <a:extLst>
              <a:ext uri="{FF2B5EF4-FFF2-40B4-BE49-F238E27FC236}">
                <a16:creationId xmlns:a16="http://schemas.microsoft.com/office/drawing/2014/main" id="{5D872B13-9087-1A6C-3AAE-8F42B3A038AB}"/>
              </a:ext>
            </a:extLst>
          </p:cNvPr>
          <p:cNvSpPr/>
          <p:nvPr/>
        </p:nvSpPr>
        <p:spPr>
          <a:xfrm>
            <a:off x="3797300" y="2583676"/>
            <a:ext cx="1026160" cy="426720"/>
          </a:xfrm>
          <a:prstGeom prst="rightArrow">
            <a:avLst>
              <a:gd name="adj1" fmla="val 50000"/>
              <a:gd name="adj2" fmla="val 116667"/>
            </a:avLst>
          </a:prstGeom>
          <a:solidFill>
            <a:schemeClr val="accent1">
              <a:lumMod val="7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solidFill>
                <a:schemeClr val="tx1"/>
              </a:solidFill>
            </a:endParaRPr>
          </a:p>
        </p:txBody>
      </p:sp>
      <p:sp>
        <p:nvSpPr>
          <p:cNvPr id="11" name="Arrow: Right 10">
            <a:extLst>
              <a:ext uri="{FF2B5EF4-FFF2-40B4-BE49-F238E27FC236}">
                <a16:creationId xmlns:a16="http://schemas.microsoft.com/office/drawing/2014/main" id="{9451B04D-FCAD-2832-F147-9EA3074247EF}"/>
              </a:ext>
            </a:extLst>
          </p:cNvPr>
          <p:cNvSpPr/>
          <p:nvPr/>
        </p:nvSpPr>
        <p:spPr>
          <a:xfrm rot="10800000">
            <a:off x="8020685" y="5301477"/>
            <a:ext cx="1026160" cy="426720"/>
          </a:xfrm>
          <a:prstGeom prst="rightArrow">
            <a:avLst>
              <a:gd name="adj1" fmla="val 50000"/>
              <a:gd name="adj2" fmla="val 130952"/>
            </a:avLst>
          </a:prstGeom>
          <a:solidFill>
            <a:schemeClr val="accent1">
              <a:lumMod val="7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2" name="Arrow: Right 11">
            <a:extLst>
              <a:ext uri="{FF2B5EF4-FFF2-40B4-BE49-F238E27FC236}">
                <a16:creationId xmlns:a16="http://schemas.microsoft.com/office/drawing/2014/main" id="{74964EBC-A2CD-7E09-5587-1D38525033FB}"/>
              </a:ext>
            </a:extLst>
          </p:cNvPr>
          <p:cNvSpPr/>
          <p:nvPr/>
        </p:nvSpPr>
        <p:spPr>
          <a:xfrm>
            <a:off x="8011160" y="2617192"/>
            <a:ext cx="1026160" cy="426720"/>
          </a:xfrm>
          <a:prstGeom prst="rightArrow">
            <a:avLst>
              <a:gd name="adj1" fmla="val 50000"/>
              <a:gd name="adj2" fmla="val 133333"/>
            </a:avLst>
          </a:prstGeom>
          <a:solidFill>
            <a:schemeClr val="accent1">
              <a:lumMod val="7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5" name="Arrow: Right 14">
            <a:extLst>
              <a:ext uri="{FF2B5EF4-FFF2-40B4-BE49-F238E27FC236}">
                <a16:creationId xmlns:a16="http://schemas.microsoft.com/office/drawing/2014/main" id="{327ED327-EA9D-79DF-9C82-86381ECF3143}"/>
              </a:ext>
            </a:extLst>
          </p:cNvPr>
          <p:cNvSpPr/>
          <p:nvPr/>
        </p:nvSpPr>
        <p:spPr>
          <a:xfrm rot="10800000">
            <a:off x="3797300" y="5340075"/>
            <a:ext cx="1026160" cy="426720"/>
          </a:xfrm>
          <a:prstGeom prst="rightArrow">
            <a:avLst>
              <a:gd name="adj1" fmla="val 50000"/>
              <a:gd name="adj2" fmla="val 119048"/>
            </a:avLst>
          </a:prstGeom>
          <a:solidFill>
            <a:schemeClr val="accent1">
              <a:lumMod val="7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6" name="Arrow: Right 15">
            <a:extLst>
              <a:ext uri="{FF2B5EF4-FFF2-40B4-BE49-F238E27FC236}">
                <a16:creationId xmlns:a16="http://schemas.microsoft.com/office/drawing/2014/main" id="{F0FCBBDE-E196-5F3F-811C-ABE5ABB4760D}"/>
              </a:ext>
            </a:extLst>
          </p:cNvPr>
          <p:cNvSpPr/>
          <p:nvPr/>
        </p:nvSpPr>
        <p:spPr>
          <a:xfrm rot="5400000">
            <a:off x="10226040" y="3934461"/>
            <a:ext cx="1026160" cy="426720"/>
          </a:xfrm>
          <a:prstGeom prst="rightArrow">
            <a:avLst>
              <a:gd name="adj1" fmla="val 50000"/>
              <a:gd name="adj2" fmla="val 107143"/>
            </a:avLst>
          </a:prstGeom>
          <a:solidFill>
            <a:schemeClr val="accent1">
              <a:lumMod val="7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7" name="Rectangle: Rounded Corners 16">
            <a:extLst>
              <a:ext uri="{FF2B5EF4-FFF2-40B4-BE49-F238E27FC236}">
                <a16:creationId xmlns:a16="http://schemas.microsoft.com/office/drawing/2014/main" id="{47DBF5F4-1B39-86FE-7DE9-A52899335747}"/>
              </a:ext>
            </a:extLst>
          </p:cNvPr>
          <p:cNvSpPr/>
          <p:nvPr/>
        </p:nvSpPr>
        <p:spPr>
          <a:xfrm>
            <a:off x="1463040" y="4982432"/>
            <a:ext cx="1696720" cy="1137920"/>
          </a:xfrm>
          <a:prstGeom prst="roundRect">
            <a:avLst>
              <a:gd name="adj" fmla="val 42199"/>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sz="1600" dirty="0">
                <a:solidFill>
                  <a:schemeClr val="tx1"/>
                </a:solidFill>
                <a:latin typeface="Arial Black" panose="020B0A04020102020204" pitchFamily="34" charset="0"/>
              </a:rPr>
              <a:t>Electricity</a:t>
            </a:r>
            <a:endParaRPr lang="en-IN" sz="1600"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2588886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surface with a black spot&#10;&#10;AI-generated content may be incorrect.">
            <a:extLst>
              <a:ext uri="{FF2B5EF4-FFF2-40B4-BE49-F238E27FC236}">
                <a16:creationId xmlns:a16="http://schemas.microsoft.com/office/drawing/2014/main" id="{906F4A32-FA3B-A223-9830-25C689C730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extBox 8">
            <a:extLst>
              <a:ext uri="{FF2B5EF4-FFF2-40B4-BE49-F238E27FC236}">
                <a16:creationId xmlns:a16="http://schemas.microsoft.com/office/drawing/2014/main" id="{39C3A8D9-29EC-4D6A-2ED9-39462C33EC49}"/>
              </a:ext>
            </a:extLst>
          </p:cNvPr>
          <p:cNvSpPr txBox="1"/>
          <p:nvPr/>
        </p:nvSpPr>
        <p:spPr>
          <a:xfrm>
            <a:off x="516987" y="204373"/>
            <a:ext cx="6098344" cy="1107996"/>
          </a:xfrm>
          <a:prstGeom prst="rect">
            <a:avLst/>
          </a:prstGeom>
          <a:noFill/>
        </p:spPr>
        <p:txBody>
          <a:bodyPr wrap="square">
            <a:spAutoFit/>
          </a:bodyPr>
          <a:lstStyle/>
          <a:p>
            <a:r>
              <a:rPr lang="en-US" sz="4800" b="1" dirty="0">
                <a:effectLst>
                  <a:outerShdw blurRad="38100" dist="38100" dir="2700000" algn="tl">
                    <a:srgbClr val="000000">
                      <a:alpha val="43137"/>
                    </a:srgbClr>
                  </a:outerShdw>
                </a:effectLst>
                <a:latin typeface="Agency FB" panose="020B0503020202020204" pitchFamily="34" charset="0"/>
              </a:rPr>
              <a:t>Environmental Benefits</a:t>
            </a:r>
            <a:br>
              <a:rPr lang="en-US" b="1" dirty="0">
                <a:latin typeface="Agency FB" panose="020B0503020202020204" pitchFamily="34" charset="0"/>
              </a:rPr>
            </a:br>
            <a:endParaRPr lang="en-IN" dirty="0"/>
          </a:p>
        </p:txBody>
      </p:sp>
      <p:pic>
        <p:nvPicPr>
          <p:cNvPr id="10" name="Picture Placeholder 10">
            <a:extLst>
              <a:ext uri="{FF2B5EF4-FFF2-40B4-BE49-F238E27FC236}">
                <a16:creationId xmlns:a16="http://schemas.microsoft.com/office/drawing/2014/main" id="{A687F8B3-D86B-036D-5E24-327F5B68C2A7}"/>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127630" y="1545224"/>
            <a:ext cx="5064370" cy="4406849"/>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id="{9B2D8E26-CCC2-6C1C-D822-6447621B8847}"/>
              </a:ext>
            </a:extLst>
          </p:cNvPr>
          <p:cNvSpPr txBox="1"/>
          <p:nvPr/>
        </p:nvSpPr>
        <p:spPr>
          <a:xfrm>
            <a:off x="643597" y="1917293"/>
            <a:ext cx="6098344" cy="3785652"/>
          </a:xfrm>
          <a:prstGeom prst="rect">
            <a:avLst/>
          </a:prstGeom>
          <a:noFill/>
        </p:spPr>
        <p:txBody>
          <a:bodyPr wrap="square">
            <a:spAutoFit/>
          </a:bodyPr>
          <a:lstStyle/>
          <a:p>
            <a:pPr marL="285750" indent="-285750">
              <a:buFont typeface="Wingdings" panose="05000000000000000000" pitchFamily="2" charset="2"/>
              <a:buChar char="Ø"/>
            </a:pPr>
            <a:r>
              <a:rPr lang="en-US" sz="40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Low Greenhouse Gas Emissions.</a:t>
            </a:r>
          </a:p>
          <a:p>
            <a:pPr marL="285750" indent="-285750">
              <a:buFont typeface="Wingdings" panose="05000000000000000000" pitchFamily="2" charset="2"/>
              <a:buChar char="Ø"/>
            </a:pPr>
            <a:r>
              <a:rPr lang="en-US" sz="40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High Energy output with small footprint.</a:t>
            </a:r>
          </a:p>
          <a:p>
            <a:pPr marL="285750" indent="-285750">
              <a:buFont typeface="Wingdings" panose="05000000000000000000" pitchFamily="2" charset="2"/>
              <a:buChar char="Ø"/>
            </a:pPr>
            <a:r>
              <a:rPr lang="en-US" sz="40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Reduces dependency on fossil fuels.</a:t>
            </a:r>
          </a:p>
          <a:p>
            <a:pPr marL="285750" indent="-285750">
              <a:buFont typeface="Wingdings" panose="05000000000000000000" pitchFamily="2" charset="2"/>
              <a:buChar char="Ø"/>
            </a:pPr>
            <a:r>
              <a:rPr lang="en-US" sz="40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Reliable base-load energy.</a:t>
            </a:r>
          </a:p>
        </p:txBody>
      </p:sp>
    </p:spTree>
    <p:extLst>
      <p:ext uri="{BB962C8B-B14F-4D97-AF65-F5344CB8AC3E}">
        <p14:creationId xmlns:p14="http://schemas.microsoft.com/office/powerpoint/2010/main" val="788701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white surface with a black spot&#10;&#10;AI-generated content may be incorrect.">
            <a:extLst>
              <a:ext uri="{FF2B5EF4-FFF2-40B4-BE49-F238E27FC236}">
                <a16:creationId xmlns:a16="http://schemas.microsoft.com/office/drawing/2014/main" id="{0B2A7525-CE81-9668-15E7-F0D5353271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79102"/>
          </a:xfrm>
          <a:prstGeom prst="rect">
            <a:avLst/>
          </a:prstGeom>
        </p:spPr>
      </p:pic>
      <p:pic>
        <p:nvPicPr>
          <p:cNvPr id="13" name="Content Placeholder 8">
            <a:extLst>
              <a:ext uri="{FF2B5EF4-FFF2-40B4-BE49-F238E27FC236}">
                <a16:creationId xmlns:a16="http://schemas.microsoft.com/office/drawing/2014/main" id="{BEFC1F0F-9E22-E1ED-21D0-B228505267CB}"/>
              </a:ext>
            </a:extLst>
          </p:cNvPr>
          <p:cNvPicPr>
            <a:picLocks noChangeAspect="1"/>
          </p:cNvPicPr>
          <p:nvPr/>
        </p:nvPicPr>
        <p:blipFill>
          <a:blip r:embed="rId3">
            <a:extLst>
              <a:ext uri="{28A0092B-C50C-407E-A947-70E740481C1C}">
                <a14:useLocalDpi xmlns:a14="http://schemas.microsoft.com/office/drawing/2010/main" val="0"/>
              </a:ext>
            </a:extLst>
          </a:blip>
          <a:srcRect l="11928"/>
          <a:stretch>
            <a:fillRect/>
          </a:stretch>
        </p:blipFill>
        <p:spPr>
          <a:xfrm>
            <a:off x="0" y="155031"/>
            <a:ext cx="6217920" cy="6702969"/>
          </a:xfrm>
          <a:prstGeom prst="rect">
            <a:avLst/>
          </a:prstGeom>
          <a:ln>
            <a:noFill/>
          </a:ln>
          <a:effectLst>
            <a:softEdge rad="112500"/>
          </a:effectLst>
        </p:spPr>
      </p:pic>
      <p:sp>
        <p:nvSpPr>
          <p:cNvPr id="14" name="TextBox 13">
            <a:extLst>
              <a:ext uri="{FF2B5EF4-FFF2-40B4-BE49-F238E27FC236}">
                <a16:creationId xmlns:a16="http://schemas.microsoft.com/office/drawing/2014/main" id="{05A3692D-47A9-E304-2EC9-AFD85A267094}"/>
              </a:ext>
            </a:extLst>
          </p:cNvPr>
          <p:cNvSpPr txBox="1"/>
          <p:nvPr/>
        </p:nvSpPr>
        <p:spPr>
          <a:xfrm>
            <a:off x="6509824" y="396464"/>
            <a:ext cx="6098344" cy="707886"/>
          </a:xfrm>
          <a:prstGeom prst="rect">
            <a:avLst/>
          </a:prstGeom>
          <a:noFill/>
        </p:spPr>
        <p:txBody>
          <a:bodyPr wrap="square">
            <a:spAutoFit/>
          </a:bodyPr>
          <a:lstStyle/>
          <a:p>
            <a:r>
              <a:rPr lang="en-US" sz="4000" b="1" dirty="0">
                <a:effectLst>
                  <a:outerShdw blurRad="38100" dist="38100" dir="2700000" algn="tl">
                    <a:srgbClr val="000000">
                      <a:alpha val="43137"/>
                    </a:srgbClr>
                  </a:outerShdw>
                </a:effectLst>
                <a:latin typeface="Agency FB" panose="020B0503020202020204" pitchFamily="34" charset="0"/>
              </a:rPr>
              <a:t>Environmental Concerns</a:t>
            </a:r>
            <a:endParaRPr lang="en-IN" sz="4000" dirty="0">
              <a:effectLst>
                <a:outerShdw blurRad="38100" dist="38100" dir="2700000" algn="tl">
                  <a:srgbClr val="000000">
                    <a:alpha val="43137"/>
                  </a:srgbClr>
                </a:outerShdw>
              </a:effectLst>
            </a:endParaRPr>
          </a:p>
        </p:txBody>
      </p:sp>
      <p:sp>
        <p:nvSpPr>
          <p:cNvPr id="15" name="TextBox 14">
            <a:extLst>
              <a:ext uri="{FF2B5EF4-FFF2-40B4-BE49-F238E27FC236}">
                <a16:creationId xmlns:a16="http://schemas.microsoft.com/office/drawing/2014/main" id="{22E0CE80-F7FC-1C6E-74D0-D97579464BE7}"/>
              </a:ext>
            </a:extLst>
          </p:cNvPr>
          <p:cNvSpPr txBox="1"/>
          <p:nvPr/>
        </p:nvSpPr>
        <p:spPr>
          <a:xfrm>
            <a:off x="6509824" y="1712632"/>
            <a:ext cx="6098344" cy="4031873"/>
          </a:xfrm>
          <a:prstGeom prst="rect">
            <a:avLst/>
          </a:prstGeom>
          <a:noFill/>
        </p:spPr>
        <p:txBody>
          <a:bodyPr wrap="square">
            <a:spAutoFit/>
          </a:bodyPr>
          <a:lstStyle/>
          <a:p>
            <a:pPr>
              <a:buFont typeface="Wingdings" panose="05000000000000000000" pitchFamily="2" charset="2"/>
              <a:buChar char="Ø"/>
            </a:pPr>
            <a:r>
              <a:rPr lang="en-US"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Radioactive Waste – hazardous for thousands of years</a:t>
            </a:r>
          </a:p>
          <a:p>
            <a:pPr>
              <a:buFont typeface="Wingdings" panose="05000000000000000000" pitchFamily="2" charset="2"/>
              <a:buChar char="Ø"/>
            </a:pPr>
            <a:r>
              <a:rPr lang="en-US"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Risk of Accidents (e.g., Chernobyl, Fukushima)</a:t>
            </a:r>
          </a:p>
          <a:p>
            <a:pPr>
              <a:buFont typeface="Wingdings" panose="05000000000000000000" pitchFamily="2" charset="2"/>
              <a:buChar char="Ø"/>
            </a:pPr>
            <a:r>
              <a:rPr lang="en-US"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Thermal Pollution – impacts aquatic ecosystems</a:t>
            </a:r>
          </a:p>
          <a:p>
            <a:pPr>
              <a:buFont typeface="Wingdings" panose="05000000000000000000" pitchFamily="2" charset="2"/>
              <a:buChar char="Ø"/>
            </a:pPr>
            <a:r>
              <a:rPr lang="en-US"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Uranium mining is environmentally damaging</a:t>
            </a:r>
            <a:endParaRPr lang="en-IN"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3590179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728951D-A8E3-8C0F-1567-CDA1E84E39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7731" y="99276"/>
            <a:ext cx="5531728" cy="6659448"/>
          </a:xfrm>
          <a:prstGeom prst="rect">
            <a:avLst/>
          </a:prstGeom>
          <a:ln w="88900" cap="sq" cmpd="thickThin">
            <a:solidFill>
              <a:srgbClr val="000000"/>
            </a:solidFill>
            <a:prstDash val="solid"/>
            <a:miter lim="800000"/>
          </a:ln>
          <a:effectLst>
            <a:innerShdw blurRad="76200">
              <a:srgbClr val="000000"/>
            </a:innerShdw>
          </a:effectLst>
        </p:spPr>
      </p:pic>
      <p:pic>
        <p:nvPicPr>
          <p:cNvPr id="11" name="Picture 10" descr="A white surface with a black spot&#10;&#10;AI-generated content may be incorrect.">
            <a:extLst>
              <a:ext uri="{FF2B5EF4-FFF2-40B4-BE49-F238E27FC236}">
                <a16:creationId xmlns:a16="http://schemas.microsoft.com/office/drawing/2014/main" id="{45BBDDB4-D580-BC44-E23D-F8B4E59D7F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6428935" cy="6858000"/>
          </a:xfrm>
          <a:prstGeom prst="rect">
            <a:avLst/>
          </a:prstGeom>
        </p:spPr>
      </p:pic>
      <p:sp>
        <p:nvSpPr>
          <p:cNvPr id="12" name="TextBox 11">
            <a:extLst>
              <a:ext uri="{FF2B5EF4-FFF2-40B4-BE49-F238E27FC236}">
                <a16:creationId xmlns:a16="http://schemas.microsoft.com/office/drawing/2014/main" id="{ACE51D44-5368-D019-261F-8CBC884D8A7A}"/>
              </a:ext>
            </a:extLst>
          </p:cNvPr>
          <p:cNvSpPr txBox="1"/>
          <p:nvPr/>
        </p:nvSpPr>
        <p:spPr>
          <a:xfrm>
            <a:off x="330591" y="258466"/>
            <a:ext cx="6098344" cy="646331"/>
          </a:xfrm>
          <a:prstGeom prst="rect">
            <a:avLst/>
          </a:prstGeom>
          <a:noFill/>
        </p:spPr>
        <p:txBody>
          <a:bodyPr wrap="square">
            <a:spAutoFit/>
          </a:bodyPr>
          <a:lstStyle/>
          <a:p>
            <a:r>
              <a:rPr lang="en-US" sz="3600" u="sng" dirty="0">
                <a:latin typeface="Berlin Sans FB Demi" panose="020E0802020502020306" pitchFamily="34" charset="0"/>
              </a:rPr>
              <a:t>Nuclear Energy in India</a:t>
            </a:r>
            <a:endParaRPr lang="en-IN" sz="3600" dirty="0"/>
          </a:p>
        </p:txBody>
      </p:sp>
      <p:sp>
        <p:nvSpPr>
          <p:cNvPr id="13" name="TextBox 12">
            <a:extLst>
              <a:ext uri="{FF2B5EF4-FFF2-40B4-BE49-F238E27FC236}">
                <a16:creationId xmlns:a16="http://schemas.microsoft.com/office/drawing/2014/main" id="{D1E96DF2-5F56-A641-C9EB-9AFEF22FC96D}"/>
              </a:ext>
            </a:extLst>
          </p:cNvPr>
          <p:cNvSpPr txBox="1"/>
          <p:nvPr/>
        </p:nvSpPr>
        <p:spPr>
          <a:xfrm>
            <a:off x="330591" y="1120676"/>
            <a:ext cx="6098344" cy="3416320"/>
          </a:xfrm>
          <a:prstGeom prst="rect">
            <a:avLst/>
          </a:prstGeom>
          <a:noFill/>
        </p:spPr>
        <p:txBody>
          <a:bodyPr wrap="square">
            <a:spAutoFit/>
          </a:bodyPr>
          <a:lstStyle/>
          <a:p>
            <a:pPr marL="285750" indent="-285750">
              <a:buFont typeface="Wingdings" panose="05000000000000000000" pitchFamily="2" charset="2"/>
              <a:buChar char="§"/>
            </a:pPr>
            <a:r>
              <a:rPr lang="en-US" sz="2400" dirty="0">
                <a:latin typeface="Aparajita" panose="02020603050405020304" pitchFamily="18" charset="0"/>
                <a:cs typeface="Aparajita" panose="02020603050405020304" pitchFamily="18" charset="0"/>
              </a:rPr>
              <a:t>India’s nuclear program began in the 1940s under Homi Bhabha.</a:t>
            </a:r>
          </a:p>
          <a:p>
            <a:pPr marL="285750" indent="-285750">
              <a:buFont typeface="Wingdings" panose="05000000000000000000" pitchFamily="2" charset="2"/>
              <a:buChar char="§"/>
            </a:pPr>
            <a:r>
              <a:rPr lang="en-IN" sz="2400" dirty="0">
                <a:latin typeface="Aparajita" panose="02020603050405020304" pitchFamily="18" charset="0"/>
                <a:cs typeface="Aparajita" panose="02020603050405020304" pitchFamily="18" charset="0"/>
              </a:rPr>
              <a:t>Controlled by the Department of Atomic Energy (DAE), established in 1954.</a:t>
            </a:r>
          </a:p>
          <a:p>
            <a:pPr marL="285750" indent="-285750">
              <a:buFont typeface="Wingdings" panose="05000000000000000000" pitchFamily="2" charset="2"/>
              <a:buChar char="§"/>
            </a:pPr>
            <a:r>
              <a:rPr lang="en-IN" sz="2400" dirty="0">
                <a:latin typeface="Aparajita" panose="02020603050405020304" pitchFamily="18" charset="0"/>
                <a:cs typeface="Aparajita" panose="02020603050405020304" pitchFamily="18" charset="0"/>
              </a:rPr>
              <a:t>India follows a three-step nuclear power programme focused on self-reliance.</a:t>
            </a:r>
          </a:p>
          <a:p>
            <a:pPr marL="285750" indent="-285750">
              <a:buFont typeface="Wingdings" panose="05000000000000000000" pitchFamily="2" charset="2"/>
              <a:buChar char="§"/>
            </a:pPr>
            <a:r>
              <a:rPr lang="en-IN" sz="2400" dirty="0">
                <a:latin typeface="Aparajita" panose="02020603050405020304" pitchFamily="18" charset="0"/>
                <a:cs typeface="Aparajita" panose="02020603050405020304" pitchFamily="18" charset="0"/>
              </a:rPr>
              <a:t>Operates 22 nuclear reactors (as of now) with a total capacity of over 7,000 MW.</a:t>
            </a:r>
          </a:p>
          <a:p>
            <a:pPr marL="285750" indent="-285750">
              <a:buFont typeface="Wingdings" panose="05000000000000000000" pitchFamily="2" charset="2"/>
              <a:buChar char="§"/>
            </a:pPr>
            <a:r>
              <a:rPr lang="en-IN" sz="2400" dirty="0">
                <a:latin typeface="Aparajita" panose="02020603050405020304" pitchFamily="18" charset="0"/>
                <a:cs typeface="Aparajita" panose="02020603050405020304" pitchFamily="18" charset="0"/>
              </a:rPr>
              <a:t>Major nuclear power plants:</a:t>
            </a:r>
          </a:p>
        </p:txBody>
      </p:sp>
      <p:sp>
        <p:nvSpPr>
          <p:cNvPr id="14" name="TextBox 13">
            <a:extLst>
              <a:ext uri="{FF2B5EF4-FFF2-40B4-BE49-F238E27FC236}">
                <a16:creationId xmlns:a16="http://schemas.microsoft.com/office/drawing/2014/main" id="{817D8606-6DE9-7558-7857-FA6F116921ED}"/>
              </a:ext>
            </a:extLst>
          </p:cNvPr>
          <p:cNvSpPr txBox="1"/>
          <p:nvPr/>
        </p:nvSpPr>
        <p:spPr>
          <a:xfrm>
            <a:off x="1150034" y="4497168"/>
            <a:ext cx="6098344" cy="1323439"/>
          </a:xfrm>
          <a:prstGeom prst="rect">
            <a:avLst/>
          </a:prstGeom>
          <a:noFill/>
        </p:spPr>
        <p:txBody>
          <a:bodyPr wrap="square">
            <a:spAutoFit/>
          </a:bodyPr>
          <a:lstStyle/>
          <a:p>
            <a:pPr marL="285750" indent="-285750">
              <a:buFont typeface="Courier New" panose="02070309020205020404" pitchFamily="49" charset="0"/>
              <a:buChar char="o"/>
            </a:pPr>
            <a:r>
              <a:rPr lang="en-US" sz="2000" dirty="0" err="1"/>
              <a:t>Tarapur</a:t>
            </a:r>
            <a:r>
              <a:rPr lang="en-US" sz="2000" dirty="0"/>
              <a:t> (Maharashtra)</a:t>
            </a:r>
          </a:p>
          <a:p>
            <a:pPr marL="285750" indent="-285750">
              <a:buFont typeface="Courier New" panose="02070309020205020404" pitchFamily="49" charset="0"/>
              <a:buChar char="o"/>
            </a:pPr>
            <a:r>
              <a:rPr lang="en-US" sz="2000" dirty="0" err="1"/>
              <a:t>Kundankulam</a:t>
            </a:r>
            <a:r>
              <a:rPr lang="en-US" sz="2000" dirty="0"/>
              <a:t> (Tamil Nadu)</a:t>
            </a:r>
          </a:p>
          <a:p>
            <a:pPr marL="285750" indent="-285750">
              <a:buFont typeface="Courier New" panose="02070309020205020404" pitchFamily="49" charset="0"/>
              <a:buChar char="o"/>
            </a:pPr>
            <a:r>
              <a:rPr lang="en-US" sz="2000" dirty="0" err="1"/>
              <a:t>Kaiga</a:t>
            </a:r>
            <a:r>
              <a:rPr lang="en-US" sz="2000" dirty="0"/>
              <a:t> (Karnataka)</a:t>
            </a:r>
          </a:p>
          <a:p>
            <a:pPr marL="285750" indent="-285750">
              <a:buFont typeface="Courier New" panose="02070309020205020404" pitchFamily="49" charset="0"/>
              <a:buChar char="o"/>
            </a:pPr>
            <a:r>
              <a:rPr lang="en-US" sz="2000" dirty="0" err="1"/>
              <a:t>Kakrapar</a:t>
            </a:r>
            <a:r>
              <a:rPr lang="en-US" sz="2000" dirty="0"/>
              <a:t> (Gujarat)</a:t>
            </a:r>
            <a:endParaRPr lang="en-IN" sz="2000" dirty="0"/>
          </a:p>
        </p:txBody>
      </p:sp>
    </p:spTree>
    <p:extLst>
      <p:ext uri="{BB962C8B-B14F-4D97-AF65-F5344CB8AC3E}">
        <p14:creationId xmlns:p14="http://schemas.microsoft.com/office/powerpoint/2010/main" val="3577158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white surface with a black spot&#10;&#10;AI-generated content may be incorrect.">
            <a:extLst>
              <a:ext uri="{FF2B5EF4-FFF2-40B4-BE49-F238E27FC236}">
                <a16:creationId xmlns:a16="http://schemas.microsoft.com/office/drawing/2014/main" id="{41513EF7-9CC2-A440-917C-C0CA461CE3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Picture 10" descr="A large smoke stack with smoke coming out of it&#10;&#10;AI-generated content may be incorrect.">
            <a:extLst>
              <a:ext uri="{FF2B5EF4-FFF2-40B4-BE49-F238E27FC236}">
                <a16:creationId xmlns:a16="http://schemas.microsoft.com/office/drawing/2014/main" id="{60C79386-D20B-EAB7-4024-CFB1C579E0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317586" cy="6858000"/>
          </a:xfrm>
          <a:prstGeom prst="rect">
            <a:avLst/>
          </a:prstGeom>
          <a:ln>
            <a:noFill/>
          </a:ln>
          <a:effectLst>
            <a:softEdge rad="112500"/>
          </a:effectLst>
        </p:spPr>
      </p:pic>
      <p:sp>
        <p:nvSpPr>
          <p:cNvPr id="12" name="TextBox 11">
            <a:extLst>
              <a:ext uri="{FF2B5EF4-FFF2-40B4-BE49-F238E27FC236}">
                <a16:creationId xmlns:a16="http://schemas.microsoft.com/office/drawing/2014/main" id="{B891B4AF-BB40-B968-ED5E-949091F7DE77}"/>
              </a:ext>
            </a:extLst>
          </p:cNvPr>
          <p:cNvSpPr txBox="1"/>
          <p:nvPr/>
        </p:nvSpPr>
        <p:spPr>
          <a:xfrm>
            <a:off x="5627077" y="281354"/>
            <a:ext cx="6119446" cy="523220"/>
          </a:xfrm>
          <a:prstGeom prst="rect">
            <a:avLst/>
          </a:prstGeom>
          <a:noFill/>
        </p:spPr>
        <p:txBody>
          <a:bodyPr wrap="square" rtlCol="0">
            <a:spAutoFit/>
          </a:bodyPr>
          <a:lstStyle/>
          <a:p>
            <a:r>
              <a:rPr lang="en-US" sz="2800" b="1" dirty="0">
                <a:effectLst>
                  <a:outerShdw blurRad="38100" dist="38100" dir="2700000" algn="tl">
                    <a:srgbClr val="000000">
                      <a:alpha val="43137"/>
                    </a:srgbClr>
                  </a:outerShdw>
                </a:effectLst>
                <a:latin typeface="Amasis MT Pro Black" panose="02040A04050005020304" pitchFamily="18" charset="0"/>
              </a:rPr>
              <a:t>NUCLEAR ACCIDENTS IN INDIA</a:t>
            </a:r>
            <a:endParaRPr lang="en-IN" sz="2800" b="1" dirty="0">
              <a:effectLst>
                <a:outerShdw blurRad="38100" dist="38100" dir="2700000" algn="tl">
                  <a:srgbClr val="000000">
                    <a:alpha val="43137"/>
                  </a:srgbClr>
                </a:outerShdw>
              </a:effectLst>
              <a:latin typeface="Amasis MT Pro Black" panose="02040A04050005020304" pitchFamily="18" charset="0"/>
            </a:endParaRPr>
          </a:p>
        </p:txBody>
      </p:sp>
      <p:sp>
        <p:nvSpPr>
          <p:cNvPr id="13" name="TextBox 12">
            <a:extLst>
              <a:ext uri="{FF2B5EF4-FFF2-40B4-BE49-F238E27FC236}">
                <a16:creationId xmlns:a16="http://schemas.microsoft.com/office/drawing/2014/main" id="{7C1820EA-EA28-A3EC-BE08-689A7CEF1A48}"/>
              </a:ext>
            </a:extLst>
          </p:cNvPr>
          <p:cNvSpPr txBox="1"/>
          <p:nvPr/>
        </p:nvSpPr>
        <p:spPr>
          <a:xfrm>
            <a:off x="5908431" y="1659285"/>
            <a:ext cx="5556738" cy="3539430"/>
          </a:xfrm>
          <a:prstGeom prst="rect">
            <a:avLst/>
          </a:prstGeom>
          <a:noFill/>
        </p:spPr>
        <p:txBody>
          <a:bodyPr wrap="square" rtlCol="0">
            <a:spAutoFit/>
          </a:bodyPr>
          <a:lstStyle/>
          <a:p>
            <a:r>
              <a:rPr lang="en-US"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The only accident to an Indian nuclear plant was due to a turbine hall fire in 1993 at </a:t>
            </a:r>
            <a:r>
              <a:rPr lang="en-US" sz="3200" dirty="0" err="1">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Narora</a:t>
            </a:r>
            <a:r>
              <a:rPr lang="en-US"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 which resulted in a 17-hour total station blackout. There was no core damage or radiological impact and it was rated 3 on the INES scale – a 'serious incident'.</a:t>
            </a:r>
            <a:endParaRPr lang="en-IN"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4101252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surface with a black spot&#10;&#10;AI-generated content may be incorrect.">
            <a:extLst>
              <a:ext uri="{FF2B5EF4-FFF2-40B4-BE49-F238E27FC236}">
                <a16:creationId xmlns:a16="http://schemas.microsoft.com/office/drawing/2014/main" id="{BF355953-76CF-A773-746E-9794FACD2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D49F0F36-D65A-9ECB-798B-F85B07EE07C1}"/>
              </a:ext>
            </a:extLst>
          </p:cNvPr>
          <p:cNvSpPr txBox="1"/>
          <p:nvPr/>
        </p:nvSpPr>
        <p:spPr>
          <a:xfrm>
            <a:off x="-417342" y="211016"/>
            <a:ext cx="6513342" cy="1200329"/>
          </a:xfrm>
          <a:prstGeom prst="rect">
            <a:avLst/>
          </a:prstGeom>
          <a:noFill/>
        </p:spPr>
        <p:txBody>
          <a:bodyPr wrap="square" rtlCol="0">
            <a:spAutoFit/>
          </a:bodyPr>
          <a:lstStyle/>
          <a:p>
            <a:pPr algn="ctr"/>
            <a:r>
              <a:rPr lang="en-US" sz="3600" dirty="0">
                <a:effectLst>
                  <a:outerShdw blurRad="38100" dist="38100" dir="2700000" algn="tl">
                    <a:srgbClr val="000000">
                      <a:alpha val="43137"/>
                    </a:srgbClr>
                  </a:outerShdw>
                </a:effectLst>
                <a:latin typeface="Amasis MT Pro Black" panose="02040A04050005020304" pitchFamily="18" charset="0"/>
              </a:rPr>
              <a:t>NUCLEAR WASTE MANAGEMENT </a:t>
            </a:r>
            <a:endParaRPr lang="en-IN" sz="3600" dirty="0">
              <a:effectLst>
                <a:outerShdw blurRad="38100" dist="38100" dir="2700000" algn="tl">
                  <a:srgbClr val="000000">
                    <a:alpha val="43137"/>
                  </a:srgbClr>
                </a:outerShdw>
              </a:effectLst>
              <a:latin typeface="Amasis MT Pro Black" panose="02040A04050005020304" pitchFamily="18" charset="0"/>
            </a:endParaRPr>
          </a:p>
        </p:txBody>
      </p:sp>
      <p:sp>
        <p:nvSpPr>
          <p:cNvPr id="5" name="TextBox 4">
            <a:extLst>
              <a:ext uri="{FF2B5EF4-FFF2-40B4-BE49-F238E27FC236}">
                <a16:creationId xmlns:a16="http://schemas.microsoft.com/office/drawing/2014/main" id="{BDEA7431-DF63-8831-0DED-146DF0219BCF}"/>
              </a:ext>
            </a:extLst>
          </p:cNvPr>
          <p:cNvSpPr txBox="1"/>
          <p:nvPr/>
        </p:nvSpPr>
        <p:spPr>
          <a:xfrm>
            <a:off x="492369" y="1702191"/>
            <a:ext cx="5711483" cy="4031873"/>
          </a:xfrm>
          <a:prstGeom prst="rect">
            <a:avLst/>
          </a:prstGeom>
          <a:noFill/>
        </p:spPr>
        <p:txBody>
          <a:bodyPr wrap="square" rtlCol="0">
            <a:spAutoFit/>
          </a:bodyPr>
          <a:lstStyle/>
          <a:p>
            <a:r>
              <a:rPr lang="en-US"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India manages nuclear waste through a multi-stage process involving immobilization, interim storage, and eventual disposal in deep geological repositories. The process focuses on vitrification of high-level liquid waste, followed by interim storage for cooling and surveillance before final disposal.</a:t>
            </a:r>
            <a:endParaRPr lang="en-IN" sz="32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endParaRPr>
          </a:p>
        </p:txBody>
      </p:sp>
      <p:pic>
        <p:nvPicPr>
          <p:cNvPr id="7" name="Picture 6" descr="A yellow sign on a green fence&#10;&#10;AI-generated content may be incorrect.">
            <a:extLst>
              <a:ext uri="{FF2B5EF4-FFF2-40B4-BE49-F238E27FC236}">
                <a16:creationId xmlns:a16="http://schemas.microsoft.com/office/drawing/2014/main" id="{F343490A-F7E5-DD19-168D-95CDEB72FC48}"/>
              </a:ext>
            </a:extLst>
          </p:cNvPr>
          <p:cNvPicPr>
            <a:picLocks noChangeAspect="1"/>
          </p:cNvPicPr>
          <p:nvPr/>
        </p:nvPicPr>
        <p:blipFill>
          <a:blip r:embed="rId3">
            <a:extLst>
              <a:ext uri="{28A0092B-C50C-407E-A947-70E740481C1C}">
                <a14:useLocalDpi xmlns:a14="http://schemas.microsoft.com/office/drawing/2010/main" val="0"/>
              </a:ext>
            </a:extLst>
          </a:blip>
          <a:srcRect l="11811" r="8328"/>
          <a:stretch>
            <a:fillRect/>
          </a:stretch>
        </p:blipFill>
        <p:spPr>
          <a:xfrm>
            <a:off x="6203851" y="0"/>
            <a:ext cx="5988149" cy="68580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273178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nuclear power plant with smoke coming out of it&#10;&#10;AI-generated content may be incorrect.">
            <a:extLst>
              <a:ext uri="{FF2B5EF4-FFF2-40B4-BE49-F238E27FC236}">
                <a16:creationId xmlns:a16="http://schemas.microsoft.com/office/drawing/2014/main" id="{01FB1A81-20F9-2362-8508-07CA882D64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ln>
            <a:noFill/>
          </a:ln>
          <a:effectLst>
            <a:outerShdw blurRad="190500" algn="tl" rotWithShape="0">
              <a:srgbClr val="000000">
                <a:alpha val="70000"/>
              </a:srgbClr>
            </a:outerShdw>
          </a:effectLst>
        </p:spPr>
      </p:pic>
      <p:sp>
        <p:nvSpPr>
          <p:cNvPr id="23" name="TextBox 22">
            <a:extLst>
              <a:ext uri="{FF2B5EF4-FFF2-40B4-BE49-F238E27FC236}">
                <a16:creationId xmlns:a16="http://schemas.microsoft.com/office/drawing/2014/main" id="{13899489-705B-247F-56DD-507F6CD4ADD8}"/>
              </a:ext>
            </a:extLst>
          </p:cNvPr>
          <p:cNvSpPr txBox="1"/>
          <p:nvPr/>
        </p:nvSpPr>
        <p:spPr>
          <a:xfrm>
            <a:off x="926123" y="356476"/>
            <a:ext cx="10339754" cy="707886"/>
          </a:xfrm>
          <a:prstGeom prst="rect">
            <a:avLst/>
          </a:prstGeom>
          <a:noFill/>
        </p:spPr>
        <p:txBody>
          <a:bodyPr wrap="square" rtlCol="0">
            <a:spAutoFit/>
          </a:bodyPr>
          <a:lstStyle/>
          <a:p>
            <a:pPr algn="ctr"/>
            <a:r>
              <a:rPr lang="en-US" sz="4000" dirty="0">
                <a:effectLst>
                  <a:outerShdw blurRad="38100" dist="38100" dir="2700000" algn="tl">
                    <a:srgbClr val="000000">
                      <a:alpha val="43137"/>
                    </a:srgbClr>
                  </a:outerShdw>
                </a:effectLst>
                <a:latin typeface="Amasis MT Pro Black" panose="02040A04050005020304" pitchFamily="18" charset="0"/>
              </a:rPr>
              <a:t>FUTURE SCOPE</a:t>
            </a:r>
            <a:endParaRPr lang="en-IN" sz="4000" dirty="0">
              <a:effectLst>
                <a:outerShdw blurRad="38100" dist="38100" dir="2700000" algn="tl">
                  <a:srgbClr val="000000">
                    <a:alpha val="43137"/>
                  </a:srgbClr>
                </a:outerShdw>
              </a:effectLst>
              <a:latin typeface="Amasis MT Pro Black" panose="02040A04050005020304" pitchFamily="18" charset="0"/>
            </a:endParaRPr>
          </a:p>
        </p:txBody>
      </p:sp>
      <p:sp>
        <p:nvSpPr>
          <p:cNvPr id="24" name="TextBox 23">
            <a:extLst>
              <a:ext uri="{FF2B5EF4-FFF2-40B4-BE49-F238E27FC236}">
                <a16:creationId xmlns:a16="http://schemas.microsoft.com/office/drawing/2014/main" id="{FAEB54FD-7D12-0999-BA8D-3F8E9549E57D}"/>
              </a:ext>
            </a:extLst>
          </p:cNvPr>
          <p:cNvSpPr txBox="1"/>
          <p:nvPr/>
        </p:nvSpPr>
        <p:spPr>
          <a:xfrm>
            <a:off x="769033" y="1420838"/>
            <a:ext cx="11422967" cy="3416320"/>
          </a:xfrm>
          <a:prstGeom prst="rect">
            <a:avLst/>
          </a:prstGeom>
          <a:noFill/>
        </p:spPr>
        <p:txBody>
          <a:bodyPr wrap="square" rtlCol="0">
            <a:spAutoFit/>
          </a:bodyPr>
          <a:lstStyle/>
          <a:p>
            <a:r>
              <a:rPr lang="en-US" sz="3600" dirty="0">
                <a:latin typeface="Aparajita" panose="02020603050405020304" pitchFamily="18" charset="0"/>
                <a:cs typeface="Aparajita" panose="02020603050405020304" pitchFamily="18" charset="0"/>
              </a:rPr>
              <a:t>India's future nuclear energy landscape holds significant promise for environmental sustainability. By expanding nuclear power, India can significantly reduce its carbon footprint, enhance energy security, and promote sustainable development. Advanced technologies like thorium reactors and small modular reactors (SMRs), along with efficient waste management strategies, are key to achieving these goals.</a:t>
            </a:r>
            <a:endParaRPr lang="en-IN" sz="3600"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1755569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white surface with a black spot&#10;&#10;AI-generated content may be incorrect.">
            <a:extLst>
              <a:ext uri="{FF2B5EF4-FFF2-40B4-BE49-F238E27FC236}">
                <a16:creationId xmlns:a16="http://schemas.microsoft.com/office/drawing/2014/main" id="{75F1DF8E-F001-B68B-B744-A1E54C615C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907237"/>
          </a:xfrm>
          <a:prstGeom prst="rect">
            <a:avLst/>
          </a:prstGeom>
        </p:spPr>
      </p:pic>
      <p:sp>
        <p:nvSpPr>
          <p:cNvPr id="4" name="TextBox 3">
            <a:extLst>
              <a:ext uri="{FF2B5EF4-FFF2-40B4-BE49-F238E27FC236}">
                <a16:creationId xmlns:a16="http://schemas.microsoft.com/office/drawing/2014/main" id="{6DE7E080-6F06-28CD-033E-8512A650F2A5}"/>
              </a:ext>
            </a:extLst>
          </p:cNvPr>
          <p:cNvSpPr txBox="1"/>
          <p:nvPr/>
        </p:nvSpPr>
        <p:spPr>
          <a:xfrm>
            <a:off x="5922498" y="248326"/>
            <a:ext cx="6457071" cy="769441"/>
          </a:xfrm>
          <a:prstGeom prst="rect">
            <a:avLst/>
          </a:prstGeom>
          <a:noFill/>
        </p:spPr>
        <p:txBody>
          <a:bodyPr wrap="square" rtlCol="0">
            <a:spAutoFit/>
          </a:bodyPr>
          <a:lstStyle/>
          <a:p>
            <a:r>
              <a:rPr lang="en-US" sz="4400" b="1" dirty="0">
                <a:effectLst>
                  <a:outerShdw blurRad="38100" dist="38100" dir="2700000" algn="tl">
                    <a:srgbClr val="000000">
                      <a:alpha val="43137"/>
                    </a:srgbClr>
                  </a:outerShdw>
                </a:effectLst>
                <a:latin typeface="Amasis MT Pro Black" panose="02040A04050005020304" pitchFamily="18" charset="0"/>
              </a:rPr>
              <a:t>CONCLUSION</a:t>
            </a:r>
            <a:endParaRPr lang="en-IN" sz="4400" b="1" dirty="0">
              <a:effectLst>
                <a:outerShdw blurRad="38100" dist="38100" dir="2700000" algn="tl">
                  <a:srgbClr val="000000">
                    <a:alpha val="43137"/>
                  </a:srgbClr>
                </a:outerShdw>
              </a:effectLst>
              <a:latin typeface="Amasis MT Pro Black" panose="02040A04050005020304" pitchFamily="18" charset="0"/>
            </a:endParaRPr>
          </a:p>
        </p:txBody>
      </p:sp>
      <p:sp>
        <p:nvSpPr>
          <p:cNvPr id="5" name="TextBox 4">
            <a:extLst>
              <a:ext uri="{FF2B5EF4-FFF2-40B4-BE49-F238E27FC236}">
                <a16:creationId xmlns:a16="http://schemas.microsoft.com/office/drawing/2014/main" id="{636C1C5E-3F2A-E198-36B9-2A8D41A411A0}"/>
              </a:ext>
            </a:extLst>
          </p:cNvPr>
          <p:cNvSpPr txBox="1"/>
          <p:nvPr/>
        </p:nvSpPr>
        <p:spPr>
          <a:xfrm>
            <a:off x="4867422" y="1266093"/>
            <a:ext cx="7076049" cy="4401205"/>
          </a:xfrm>
          <a:prstGeom prst="rect">
            <a:avLst/>
          </a:prstGeom>
          <a:noFill/>
        </p:spPr>
        <p:txBody>
          <a:bodyPr wrap="square" rtlCol="0">
            <a:spAutoFit/>
          </a:bodyPr>
          <a:lstStyle/>
          <a:p>
            <a:r>
              <a:rPr lang="en-US" sz="28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Nuclear energy holds significant potential as a low-carbon energy source, but its responsible development requires careful consideration of its risks and challenges. Investing in research and development for safer and more sustainable nuclear technologies, implementing stringent safety regulations, and fostering public trust are crucial for realizing the full potential of nuclear power while minimizing its risks. A balanced approach that considers all energy options, including renewables and energy efficiency, is essential for a sustainable energy future.</a:t>
            </a:r>
            <a:endParaRPr lang="en-IN" sz="2800" dirty="0">
              <a:effectLst>
                <a:outerShdw blurRad="38100" dist="38100" dir="2700000" algn="tl">
                  <a:srgbClr val="000000">
                    <a:alpha val="43137"/>
                  </a:srgbClr>
                </a:outerShdw>
              </a:effectLst>
              <a:latin typeface="Aparajita" panose="02020603050405020304" pitchFamily="18" charset="0"/>
              <a:cs typeface="Aparajita" panose="02020603050405020304" pitchFamily="18" charset="0"/>
            </a:endParaRPr>
          </a:p>
        </p:txBody>
      </p:sp>
      <p:pic>
        <p:nvPicPr>
          <p:cNvPr id="7" name="Picture 6" descr="A black and yellow sign&#10;&#10;AI-generated content may be incorrect.">
            <a:extLst>
              <a:ext uri="{FF2B5EF4-FFF2-40B4-BE49-F238E27FC236}">
                <a16:creationId xmlns:a16="http://schemas.microsoft.com/office/drawing/2014/main" id="{FC9C8003-3F39-9AE0-1FBB-6DA192B8828A}"/>
              </a:ext>
            </a:extLst>
          </p:cNvPr>
          <p:cNvPicPr>
            <a:picLocks noChangeAspect="1"/>
          </p:cNvPicPr>
          <p:nvPr/>
        </p:nvPicPr>
        <p:blipFill>
          <a:blip r:embed="rId3">
            <a:extLst>
              <a:ext uri="{28A0092B-C50C-407E-A947-70E740481C1C}">
                <a14:useLocalDpi xmlns:a14="http://schemas.microsoft.com/office/drawing/2010/main" val="0"/>
              </a:ext>
            </a:extLst>
          </a:blip>
          <a:srcRect l="14042" r="14707"/>
          <a:stretch>
            <a:fillRect/>
          </a:stretch>
        </p:blipFill>
        <p:spPr>
          <a:xfrm>
            <a:off x="309489" y="1342394"/>
            <a:ext cx="4248444" cy="4173211"/>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891239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rawing of a nuclear plant&#10;&#10;AI-generated content may be incorrect.">
            <a:extLst>
              <a:ext uri="{FF2B5EF4-FFF2-40B4-BE49-F238E27FC236}">
                <a16:creationId xmlns:a16="http://schemas.microsoft.com/office/drawing/2014/main" id="{B41AA3EA-9757-8B7D-BFF0-777BD96F62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75"/>
            <a:ext cx="12192000" cy="6851650"/>
          </a:xfrm>
          <a:prstGeom prst="rect">
            <a:avLst/>
          </a:prstGeom>
          <a:ln>
            <a:noFill/>
          </a:ln>
          <a:effectLst>
            <a:softEdge rad="112500"/>
          </a:effectLst>
        </p:spPr>
      </p:pic>
      <p:sp>
        <p:nvSpPr>
          <p:cNvPr id="4" name="TextBox 3">
            <a:extLst>
              <a:ext uri="{FF2B5EF4-FFF2-40B4-BE49-F238E27FC236}">
                <a16:creationId xmlns:a16="http://schemas.microsoft.com/office/drawing/2014/main" id="{FC61EC88-45C8-4968-3D92-D1594CB401D5}"/>
              </a:ext>
            </a:extLst>
          </p:cNvPr>
          <p:cNvSpPr txBox="1"/>
          <p:nvPr/>
        </p:nvSpPr>
        <p:spPr>
          <a:xfrm>
            <a:off x="6738425" y="604911"/>
            <a:ext cx="5688037" cy="769441"/>
          </a:xfrm>
          <a:prstGeom prst="rect">
            <a:avLst/>
          </a:prstGeom>
          <a:noFill/>
        </p:spPr>
        <p:txBody>
          <a:bodyPr wrap="square" rtlCol="0">
            <a:spAutoFit/>
          </a:bodyPr>
          <a:lstStyle/>
          <a:p>
            <a:r>
              <a:rPr lang="en-US" sz="4400" b="1" dirty="0">
                <a:effectLst>
                  <a:outerShdw blurRad="38100" dist="38100" dir="2700000" algn="tl">
                    <a:srgbClr val="000000">
                      <a:alpha val="43137"/>
                    </a:srgbClr>
                  </a:outerShdw>
                </a:effectLst>
                <a:latin typeface="Amasis MT Pro Black" panose="02040A04050005020304" pitchFamily="18" charset="0"/>
              </a:rPr>
              <a:t>REFERENCES</a:t>
            </a:r>
            <a:endParaRPr lang="en-IN" sz="4400" b="1" dirty="0">
              <a:effectLst>
                <a:outerShdw blurRad="38100" dist="38100" dir="2700000" algn="tl">
                  <a:srgbClr val="000000">
                    <a:alpha val="43137"/>
                  </a:srgbClr>
                </a:outerShdw>
              </a:effectLst>
              <a:latin typeface="Amasis MT Pro Black" panose="02040A04050005020304" pitchFamily="18" charset="0"/>
            </a:endParaRPr>
          </a:p>
        </p:txBody>
      </p:sp>
      <p:sp>
        <p:nvSpPr>
          <p:cNvPr id="5" name="TextBox 4">
            <a:extLst>
              <a:ext uri="{FF2B5EF4-FFF2-40B4-BE49-F238E27FC236}">
                <a16:creationId xmlns:a16="http://schemas.microsoft.com/office/drawing/2014/main" id="{86AEBBB4-6A2F-BF2C-EC7B-9334C960BB2D}"/>
              </a:ext>
            </a:extLst>
          </p:cNvPr>
          <p:cNvSpPr txBox="1"/>
          <p:nvPr/>
        </p:nvSpPr>
        <p:spPr>
          <a:xfrm>
            <a:off x="6616504" y="1976088"/>
            <a:ext cx="5148776" cy="2585323"/>
          </a:xfrm>
          <a:prstGeom prst="rect">
            <a:avLst/>
          </a:prstGeom>
          <a:noFill/>
        </p:spPr>
        <p:txBody>
          <a:bodyPr wrap="square" rtlCol="0">
            <a:spAutoFit/>
          </a:bodyPr>
          <a:lstStyle/>
          <a:p>
            <a:pPr marL="285750" indent="-285750">
              <a:buFont typeface="Wingdings" panose="05000000000000000000" pitchFamily="2" charset="2"/>
              <a:buChar char="Ø"/>
            </a:pPr>
            <a:r>
              <a:rPr lang="en-US" sz="2800" dirty="0">
                <a:hlinkClick r:id="rId3"/>
              </a:rPr>
              <a:t>https://www.energy.gov.in</a:t>
            </a:r>
            <a:endParaRPr lang="en-US" sz="2800" dirty="0"/>
          </a:p>
          <a:p>
            <a:pPr marL="285750" indent="-285750">
              <a:buFont typeface="Wingdings" panose="05000000000000000000" pitchFamily="2" charset="2"/>
              <a:buChar char="Ø"/>
            </a:pPr>
            <a:r>
              <a:rPr lang="en-US" sz="2800" dirty="0">
                <a:hlinkClick r:id="rId4"/>
              </a:rPr>
              <a:t>https://www.world-nuclear.org</a:t>
            </a:r>
            <a:endParaRPr lang="en-US" sz="2800" dirty="0"/>
          </a:p>
          <a:p>
            <a:pPr marL="285750" indent="-285750">
              <a:buFont typeface="Wingdings" panose="05000000000000000000" pitchFamily="2" charset="2"/>
              <a:buChar char="Ø"/>
            </a:pPr>
            <a:r>
              <a:rPr lang="en-US" sz="2800" dirty="0">
                <a:hlinkClick r:id="rId5"/>
              </a:rPr>
              <a:t>https://www.sciencedirect.com</a:t>
            </a:r>
            <a:endParaRPr lang="en-US" sz="2800" dirty="0"/>
          </a:p>
          <a:p>
            <a:pPr marL="285750" indent="-285750">
              <a:buFont typeface="Wingdings" panose="05000000000000000000" pitchFamily="2" charset="2"/>
              <a:buChar char="Ø"/>
            </a:pPr>
            <a:r>
              <a:rPr lang="en-US" sz="2800" dirty="0">
                <a:hlinkClick r:id="rId6"/>
              </a:rPr>
              <a:t>https://www.orfonline.org</a:t>
            </a:r>
            <a:endParaRPr lang="en-US" sz="2800" dirty="0"/>
          </a:p>
          <a:p>
            <a:endParaRPr lang="en-US" sz="3200" dirty="0"/>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30178582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ece of paper with a hole in the middle&#10;&#10;AI-generated content may be incorrect.">
            <a:extLst>
              <a:ext uri="{FF2B5EF4-FFF2-40B4-BE49-F238E27FC236}">
                <a16:creationId xmlns:a16="http://schemas.microsoft.com/office/drawing/2014/main" id="{D4C8482E-EB0A-5317-FBC8-3624D877E3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2B489F54-BB97-CBB8-0D2F-DD9BCF084DD7}"/>
              </a:ext>
            </a:extLst>
          </p:cNvPr>
          <p:cNvSpPr txBox="1"/>
          <p:nvPr/>
        </p:nvSpPr>
        <p:spPr>
          <a:xfrm>
            <a:off x="1280160" y="2875002"/>
            <a:ext cx="6752492" cy="1107996"/>
          </a:xfrm>
          <a:prstGeom prst="rect">
            <a:avLst/>
          </a:prstGeom>
          <a:noFill/>
        </p:spPr>
        <p:txBody>
          <a:bodyPr wrap="square" rtlCol="0">
            <a:spAutoFit/>
          </a:bodyPr>
          <a:lstStyle/>
          <a:p>
            <a:r>
              <a:rPr lang="en-US" sz="6600" b="1" dirty="0">
                <a:effectLst>
                  <a:outerShdw blurRad="38100" dist="38100" dir="2700000" algn="tl">
                    <a:srgbClr val="000000">
                      <a:alpha val="43137"/>
                    </a:srgbClr>
                  </a:outerShdw>
                </a:effectLst>
                <a:latin typeface="Amasis MT Pro Black" panose="02040A04050005020304" pitchFamily="18" charset="0"/>
              </a:rPr>
              <a:t>THANK YOU !</a:t>
            </a:r>
            <a:endParaRPr lang="en-IN" sz="6600" b="1" dirty="0">
              <a:effectLst>
                <a:outerShdw blurRad="38100" dist="38100" dir="2700000" algn="tl">
                  <a:srgbClr val="000000">
                    <a:alpha val="43137"/>
                  </a:srgbClr>
                </a:outerShdw>
              </a:effectLst>
              <a:latin typeface="Amasis MT Pro Black" panose="02040A04050005020304" pitchFamily="18" charset="0"/>
            </a:endParaRPr>
          </a:p>
        </p:txBody>
      </p:sp>
    </p:spTree>
    <p:extLst>
      <p:ext uri="{BB962C8B-B14F-4D97-AF65-F5344CB8AC3E}">
        <p14:creationId xmlns:p14="http://schemas.microsoft.com/office/powerpoint/2010/main" val="37288378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344</TotalTime>
  <Words>561</Words>
  <Application>Microsoft Office PowerPoint</Application>
  <PresentationFormat>Widescreen</PresentationFormat>
  <Paragraphs>71</Paragraphs>
  <Slides>13</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Agency FB</vt:lpstr>
      <vt:lpstr>Amasis MT Pro Black</vt:lpstr>
      <vt:lpstr>Aparajita</vt:lpstr>
      <vt:lpstr>Arial</vt:lpstr>
      <vt:lpstr>Arial Black</vt:lpstr>
      <vt:lpstr>Arial Rounded MT Bold</vt:lpstr>
      <vt:lpstr>Bahnschrift Condensed</vt:lpstr>
      <vt:lpstr>Berlin Sans FB Demi</vt:lpstr>
      <vt:lpstr>Calibri</vt:lpstr>
      <vt:lpstr>Calibri Light</vt:lpstr>
      <vt:lpstr>Courier New</vt:lpstr>
      <vt:lpstr>Wingdings</vt:lpstr>
      <vt:lpstr>Office Theme</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 DAS</dc:creator>
  <cp:lastModifiedBy>pratyashadas20006@gmail.com</cp:lastModifiedBy>
  <cp:revision>1</cp:revision>
  <dcterms:created xsi:type="dcterms:W3CDTF">2025-07-21T10:07:47Z</dcterms:created>
  <dcterms:modified xsi:type="dcterms:W3CDTF">2025-07-22T15:46:34Z</dcterms:modified>
</cp:coreProperties>
</file>